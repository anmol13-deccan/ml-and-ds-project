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Tenor Sans"/>
      <p:regular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TenorSans-regular.fntdata"/><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64a579d8f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864a579d8f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64a579d8f_2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g3864a579d8f_2_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64a579d8f_2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864a579d8f_2_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64a579d8f_2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g3864a579d8f_2_10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64a579d8f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864a579d8f_2_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864a579d8f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864a579d8f_2_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64a579d8f_2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864a579d8f_2_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64a579d8f_2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864a579d8f_2_1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864a579d8f_2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g3864a579d8f_2_1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64a579d8f_2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864a579d8f_2_1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idx="1" type="subTitle"/>
          </p:nvPr>
        </p:nvSpPr>
        <p:spPr>
          <a:xfrm>
            <a:off x="685800" y="1943100"/>
            <a:ext cx="3200400" cy="876300"/>
          </a:xfrm>
          <a:prstGeom prst="rect">
            <a:avLst/>
          </a:prstGeom>
          <a:noFill/>
          <a:ln>
            <a:noFill/>
          </a:ln>
        </p:spPr>
        <p:txBody>
          <a:bodyPr anchorCtr="0" anchor="t" bIns="22850" lIns="45725" spcFirstLastPara="1" rIns="45725" wrap="square" tIns="2285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69" name="Google Shape;69;p16"/>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anchorCtr="0" anchor="t" bIns="22850" lIns="45725" spcFirstLastPara="1" rIns="45725" wrap="square" tIns="22850">
            <a:normAutofit/>
          </a:bodyPr>
          <a:lstStyle>
            <a:lvl1pPr lvl="0" algn="l">
              <a:spcBef>
                <a:spcPts val="0"/>
              </a:spcBef>
              <a:spcAft>
                <a:spcPts val="0"/>
              </a:spcAft>
              <a:buClr>
                <a:schemeClr val="dk1"/>
              </a:buClr>
              <a:buSzPts val="2000"/>
              <a:buFont typeface="Calibri"/>
              <a:buNone/>
              <a:defRPr b="1" sz="2000"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idx="1" type="body"/>
          </p:nvPr>
        </p:nvSpPr>
        <p:spPr>
          <a:xfrm>
            <a:off x="361156" y="1453357"/>
            <a:ext cx="3886200" cy="750094"/>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rgbClr val="888888"/>
              </a:buClr>
              <a:buSzPts val="1000"/>
              <a:buNone/>
              <a:defRPr sz="1000">
                <a:solidFill>
                  <a:srgbClr val="888888"/>
                </a:solidFill>
              </a:defRPr>
            </a:lvl1pPr>
            <a:lvl2pPr indent="-228600" lvl="1" marL="914400" algn="l">
              <a:spcBef>
                <a:spcPts val="200"/>
              </a:spcBef>
              <a:spcAft>
                <a:spcPts val="0"/>
              </a:spcAft>
              <a:buClr>
                <a:srgbClr val="888888"/>
              </a:buClr>
              <a:buSzPts val="900"/>
              <a:buNone/>
              <a:defRPr sz="900">
                <a:solidFill>
                  <a:srgbClr val="888888"/>
                </a:solidFill>
              </a:defRPr>
            </a:lvl2pPr>
            <a:lvl3pPr indent="-228600" lvl="2" marL="1371600" algn="l">
              <a:spcBef>
                <a:spcPts val="200"/>
              </a:spcBef>
              <a:spcAft>
                <a:spcPts val="0"/>
              </a:spcAft>
              <a:buClr>
                <a:srgbClr val="888888"/>
              </a:buClr>
              <a:buSzPts val="800"/>
              <a:buNone/>
              <a:defRPr sz="800">
                <a:solidFill>
                  <a:srgbClr val="888888"/>
                </a:solidFill>
              </a:defRPr>
            </a:lvl3pPr>
            <a:lvl4pPr indent="-228600" lvl="3" marL="1828800" algn="l">
              <a:spcBef>
                <a:spcPts val="100"/>
              </a:spcBef>
              <a:spcAft>
                <a:spcPts val="0"/>
              </a:spcAft>
              <a:buClr>
                <a:srgbClr val="888888"/>
              </a:buClr>
              <a:buSzPts val="700"/>
              <a:buNone/>
              <a:defRPr sz="700">
                <a:solidFill>
                  <a:srgbClr val="888888"/>
                </a:solidFill>
              </a:defRPr>
            </a:lvl4pPr>
            <a:lvl5pPr indent="-228600" lvl="4" marL="2286000" algn="l">
              <a:spcBef>
                <a:spcPts val="100"/>
              </a:spcBef>
              <a:spcAft>
                <a:spcPts val="0"/>
              </a:spcAft>
              <a:buClr>
                <a:srgbClr val="888888"/>
              </a:buClr>
              <a:buSzPts val="700"/>
              <a:buNone/>
              <a:defRPr sz="700">
                <a:solidFill>
                  <a:srgbClr val="888888"/>
                </a:solidFill>
              </a:defRPr>
            </a:lvl5pPr>
            <a:lvl6pPr indent="-228600" lvl="5" marL="2743200" algn="l">
              <a:spcBef>
                <a:spcPts val="100"/>
              </a:spcBef>
              <a:spcAft>
                <a:spcPts val="0"/>
              </a:spcAft>
              <a:buClr>
                <a:srgbClr val="888888"/>
              </a:buClr>
              <a:buSzPts val="700"/>
              <a:buNone/>
              <a:defRPr sz="700">
                <a:solidFill>
                  <a:srgbClr val="888888"/>
                </a:solidFill>
              </a:defRPr>
            </a:lvl6pPr>
            <a:lvl7pPr indent="-228600" lvl="6" marL="3200400" algn="l">
              <a:spcBef>
                <a:spcPts val="100"/>
              </a:spcBef>
              <a:spcAft>
                <a:spcPts val="0"/>
              </a:spcAft>
              <a:buClr>
                <a:srgbClr val="888888"/>
              </a:buClr>
              <a:buSzPts val="700"/>
              <a:buNone/>
              <a:defRPr sz="700">
                <a:solidFill>
                  <a:srgbClr val="888888"/>
                </a:solidFill>
              </a:defRPr>
            </a:lvl7pPr>
            <a:lvl8pPr indent="-228600" lvl="7" marL="3657600" algn="l">
              <a:spcBef>
                <a:spcPts val="100"/>
              </a:spcBef>
              <a:spcAft>
                <a:spcPts val="0"/>
              </a:spcAft>
              <a:buClr>
                <a:srgbClr val="888888"/>
              </a:buClr>
              <a:buSzPts val="700"/>
              <a:buNone/>
              <a:defRPr sz="700">
                <a:solidFill>
                  <a:srgbClr val="888888"/>
                </a:solidFill>
              </a:defRPr>
            </a:lvl8pPr>
            <a:lvl9pPr indent="-228600" lvl="8" marL="41148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idx="1" type="body"/>
          </p:nvPr>
        </p:nvSpPr>
        <p:spPr>
          <a:xfrm>
            <a:off x="2286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1" name="Google Shape;81;p18"/>
          <p:cNvSpPr txBox="1"/>
          <p:nvPr>
            <p:ph idx="2" type="body"/>
          </p:nvPr>
        </p:nvSpPr>
        <p:spPr>
          <a:xfrm>
            <a:off x="2324100" y="800100"/>
            <a:ext cx="2019300" cy="2262982"/>
          </a:xfrm>
          <a:prstGeom prst="rect">
            <a:avLst/>
          </a:prstGeom>
          <a:noFill/>
          <a:ln>
            <a:noFill/>
          </a:ln>
        </p:spPr>
        <p:txBody>
          <a:bodyPr anchorCtr="0" anchor="t" bIns="22850" lIns="45725" spcFirstLastPara="1" rIns="45725" wrap="square" tIns="22850">
            <a:normAutofit/>
          </a:bodyPr>
          <a:lstStyle>
            <a:lvl1pPr indent="-317500" lvl="0" marL="457200" algn="l">
              <a:spcBef>
                <a:spcPts val="300"/>
              </a:spcBef>
              <a:spcAft>
                <a:spcPts val="0"/>
              </a:spcAft>
              <a:buClr>
                <a:schemeClr val="dk1"/>
              </a:buClr>
              <a:buSzPts val="1400"/>
              <a:buChar char="•"/>
              <a:defRPr sz="1400"/>
            </a:lvl1pPr>
            <a:lvl2pPr indent="-304800" lvl="1" marL="914400" algn="l">
              <a:spcBef>
                <a:spcPts val="200"/>
              </a:spcBef>
              <a:spcAft>
                <a:spcPts val="0"/>
              </a:spcAft>
              <a:buClr>
                <a:schemeClr val="dk1"/>
              </a:buClr>
              <a:buSzPts val="1200"/>
              <a:buChar char="–"/>
              <a:defRPr sz="1200"/>
            </a:lvl2pPr>
            <a:lvl3pPr indent="-292100" lvl="2" marL="1371600" algn="l">
              <a:spcBef>
                <a:spcPts val="200"/>
              </a:spcBef>
              <a:spcAft>
                <a:spcPts val="0"/>
              </a:spcAft>
              <a:buClr>
                <a:schemeClr val="dk1"/>
              </a:buClr>
              <a:buSzPts val="1000"/>
              <a:buChar char="•"/>
              <a:defRPr sz="1000"/>
            </a:lvl3pPr>
            <a:lvl4pPr indent="-285750" lvl="3" marL="1828800" algn="l">
              <a:spcBef>
                <a:spcPts val="200"/>
              </a:spcBef>
              <a:spcAft>
                <a:spcPts val="0"/>
              </a:spcAft>
              <a:buClr>
                <a:schemeClr val="dk1"/>
              </a:buClr>
              <a:buSzPts val="900"/>
              <a:buChar char="–"/>
              <a:defRPr sz="900"/>
            </a:lvl4pPr>
            <a:lvl5pPr indent="-285750" lvl="4" marL="2286000" algn="l">
              <a:spcBef>
                <a:spcPts val="200"/>
              </a:spcBef>
              <a:spcAft>
                <a:spcPts val="0"/>
              </a:spcAft>
              <a:buClr>
                <a:schemeClr val="dk1"/>
              </a:buClr>
              <a:buSzPts val="900"/>
              <a:buChar char="»"/>
              <a:defRPr sz="900"/>
            </a:lvl5pPr>
            <a:lvl6pPr indent="-285750" lvl="5" marL="2743200" algn="l">
              <a:spcBef>
                <a:spcPts val="200"/>
              </a:spcBef>
              <a:spcAft>
                <a:spcPts val="0"/>
              </a:spcAft>
              <a:buClr>
                <a:schemeClr val="dk1"/>
              </a:buClr>
              <a:buSzPts val="900"/>
              <a:buChar char="•"/>
              <a:defRPr sz="900"/>
            </a:lvl6pPr>
            <a:lvl7pPr indent="-285750" lvl="6" marL="3200400" algn="l">
              <a:spcBef>
                <a:spcPts val="200"/>
              </a:spcBef>
              <a:spcAft>
                <a:spcPts val="0"/>
              </a:spcAft>
              <a:buClr>
                <a:schemeClr val="dk1"/>
              </a:buClr>
              <a:buSzPts val="900"/>
              <a:buChar char="•"/>
              <a:defRPr sz="900"/>
            </a:lvl7pPr>
            <a:lvl8pPr indent="-285750" lvl="7" marL="3657600" algn="l">
              <a:spcBef>
                <a:spcPts val="200"/>
              </a:spcBef>
              <a:spcAft>
                <a:spcPts val="0"/>
              </a:spcAft>
              <a:buClr>
                <a:schemeClr val="dk1"/>
              </a:buClr>
              <a:buSzPts val="900"/>
              <a:buChar char="•"/>
              <a:defRPr sz="900"/>
            </a:lvl8pPr>
            <a:lvl9pPr indent="-285750" lvl="8" marL="4114800" algn="l">
              <a:spcBef>
                <a:spcPts val="200"/>
              </a:spcBef>
              <a:spcAft>
                <a:spcPts val="0"/>
              </a:spcAft>
              <a:buClr>
                <a:schemeClr val="dk1"/>
              </a:buClr>
              <a:buSzPts val="900"/>
              <a:buChar char="•"/>
              <a:defRPr sz="900"/>
            </a:lvl9pPr>
          </a:lstStyle>
          <a:p/>
        </p:txBody>
      </p:sp>
      <p:sp>
        <p:nvSpPr>
          <p:cNvPr id="82" name="Google Shape;82;p18"/>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idx="1" type="body"/>
          </p:nvPr>
        </p:nvSpPr>
        <p:spPr>
          <a:xfrm>
            <a:off x="228600" y="767556"/>
            <a:ext cx="2020094"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88" name="Google Shape;88;p19"/>
          <p:cNvSpPr txBox="1"/>
          <p:nvPr>
            <p:ph idx="2" type="body"/>
          </p:nvPr>
        </p:nvSpPr>
        <p:spPr>
          <a:xfrm>
            <a:off x="228600" y="1087438"/>
            <a:ext cx="2020094"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89" name="Google Shape;89;p19"/>
          <p:cNvSpPr txBox="1"/>
          <p:nvPr>
            <p:ph idx="3" type="body"/>
          </p:nvPr>
        </p:nvSpPr>
        <p:spPr>
          <a:xfrm>
            <a:off x="2322513" y="767556"/>
            <a:ext cx="2020888" cy="319881"/>
          </a:xfrm>
          <a:prstGeom prst="rect">
            <a:avLst/>
          </a:prstGeom>
          <a:noFill/>
          <a:ln>
            <a:noFill/>
          </a:ln>
        </p:spPr>
        <p:txBody>
          <a:bodyPr anchorCtr="0" anchor="b" bIns="22850" lIns="45725" spcFirstLastPara="1" rIns="45725" wrap="square" tIns="22850">
            <a:normAutofit/>
          </a:bodyPr>
          <a:lstStyle>
            <a:lvl1pPr indent="-228600" lvl="0" marL="457200" algn="l">
              <a:spcBef>
                <a:spcPts val="200"/>
              </a:spcBef>
              <a:spcAft>
                <a:spcPts val="0"/>
              </a:spcAft>
              <a:buClr>
                <a:schemeClr val="dk1"/>
              </a:buClr>
              <a:buSzPts val="1200"/>
              <a:buNone/>
              <a:defRPr b="1" sz="1200"/>
            </a:lvl1pPr>
            <a:lvl2pPr indent="-228600" lvl="1" marL="914400" algn="l">
              <a:spcBef>
                <a:spcPts val="200"/>
              </a:spcBef>
              <a:spcAft>
                <a:spcPts val="0"/>
              </a:spcAft>
              <a:buClr>
                <a:schemeClr val="dk1"/>
              </a:buClr>
              <a:buSzPts val="1000"/>
              <a:buNone/>
              <a:defRPr b="1" sz="1000"/>
            </a:lvl2pPr>
            <a:lvl3pPr indent="-228600" lvl="2" marL="1371600" algn="l">
              <a:spcBef>
                <a:spcPts val="200"/>
              </a:spcBef>
              <a:spcAft>
                <a:spcPts val="0"/>
              </a:spcAft>
              <a:buClr>
                <a:schemeClr val="dk1"/>
              </a:buClr>
              <a:buSzPts val="900"/>
              <a:buNone/>
              <a:defRPr b="1" sz="900"/>
            </a:lvl3pPr>
            <a:lvl4pPr indent="-228600" lvl="3" marL="1828800" algn="l">
              <a:spcBef>
                <a:spcPts val="200"/>
              </a:spcBef>
              <a:spcAft>
                <a:spcPts val="0"/>
              </a:spcAft>
              <a:buClr>
                <a:schemeClr val="dk1"/>
              </a:buClr>
              <a:buSzPts val="800"/>
              <a:buNone/>
              <a:defRPr b="1" sz="800"/>
            </a:lvl4pPr>
            <a:lvl5pPr indent="-228600" lvl="4" marL="2286000" algn="l">
              <a:spcBef>
                <a:spcPts val="200"/>
              </a:spcBef>
              <a:spcAft>
                <a:spcPts val="0"/>
              </a:spcAft>
              <a:buClr>
                <a:schemeClr val="dk1"/>
              </a:buClr>
              <a:buSzPts val="800"/>
              <a:buNone/>
              <a:defRPr b="1" sz="800"/>
            </a:lvl5pPr>
            <a:lvl6pPr indent="-228600" lvl="5" marL="2743200" algn="l">
              <a:spcBef>
                <a:spcPts val="200"/>
              </a:spcBef>
              <a:spcAft>
                <a:spcPts val="0"/>
              </a:spcAft>
              <a:buClr>
                <a:schemeClr val="dk1"/>
              </a:buClr>
              <a:buSzPts val="800"/>
              <a:buNone/>
              <a:defRPr b="1" sz="800"/>
            </a:lvl6pPr>
            <a:lvl7pPr indent="-228600" lvl="6" marL="3200400" algn="l">
              <a:spcBef>
                <a:spcPts val="200"/>
              </a:spcBef>
              <a:spcAft>
                <a:spcPts val="0"/>
              </a:spcAft>
              <a:buClr>
                <a:schemeClr val="dk1"/>
              </a:buClr>
              <a:buSzPts val="800"/>
              <a:buNone/>
              <a:defRPr b="1" sz="800"/>
            </a:lvl7pPr>
            <a:lvl8pPr indent="-228600" lvl="7" marL="3657600" algn="l">
              <a:spcBef>
                <a:spcPts val="200"/>
              </a:spcBef>
              <a:spcAft>
                <a:spcPts val="0"/>
              </a:spcAft>
              <a:buClr>
                <a:schemeClr val="dk1"/>
              </a:buClr>
              <a:buSzPts val="800"/>
              <a:buNone/>
              <a:defRPr b="1" sz="800"/>
            </a:lvl8pPr>
            <a:lvl9pPr indent="-228600" lvl="8" marL="4114800" algn="l">
              <a:spcBef>
                <a:spcPts val="200"/>
              </a:spcBef>
              <a:spcAft>
                <a:spcPts val="0"/>
              </a:spcAft>
              <a:buClr>
                <a:schemeClr val="dk1"/>
              </a:buClr>
              <a:buSzPts val="800"/>
              <a:buNone/>
              <a:defRPr b="1" sz="800"/>
            </a:lvl9pPr>
          </a:lstStyle>
          <a:p/>
        </p:txBody>
      </p:sp>
      <p:sp>
        <p:nvSpPr>
          <p:cNvPr id="90" name="Google Shape;90;p19"/>
          <p:cNvSpPr txBox="1"/>
          <p:nvPr>
            <p:ph idx="4" type="body"/>
          </p:nvPr>
        </p:nvSpPr>
        <p:spPr>
          <a:xfrm>
            <a:off x="2322513" y="1087438"/>
            <a:ext cx="2020888" cy="1975644"/>
          </a:xfrm>
          <a:prstGeom prst="rect">
            <a:avLst/>
          </a:prstGeom>
          <a:noFill/>
          <a:ln>
            <a:noFill/>
          </a:ln>
        </p:spPr>
        <p:txBody>
          <a:bodyPr anchorCtr="0" anchor="t" bIns="22850" lIns="45725" spcFirstLastPara="1" rIns="45725" wrap="square" tIns="22850">
            <a:normAutofit/>
          </a:bodyPr>
          <a:lstStyle>
            <a:lvl1pPr indent="-304800" lvl="0" marL="457200" algn="l">
              <a:spcBef>
                <a:spcPts val="200"/>
              </a:spcBef>
              <a:spcAft>
                <a:spcPts val="0"/>
              </a:spcAft>
              <a:buClr>
                <a:schemeClr val="dk1"/>
              </a:buClr>
              <a:buSzPts val="1200"/>
              <a:buChar char="•"/>
              <a:defRPr sz="1200"/>
            </a:lvl1pPr>
            <a:lvl2pPr indent="-292100" lvl="1" marL="914400" algn="l">
              <a:spcBef>
                <a:spcPts val="200"/>
              </a:spcBef>
              <a:spcAft>
                <a:spcPts val="0"/>
              </a:spcAft>
              <a:buClr>
                <a:schemeClr val="dk1"/>
              </a:buClr>
              <a:buSzPts val="1000"/>
              <a:buChar char="–"/>
              <a:defRPr sz="1000"/>
            </a:lvl2pPr>
            <a:lvl3pPr indent="-285750" lvl="2" marL="1371600" algn="l">
              <a:spcBef>
                <a:spcPts val="200"/>
              </a:spcBef>
              <a:spcAft>
                <a:spcPts val="0"/>
              </a:spcAft>
              <a:buClr>
                <a:schemeClr val="dk1"/>
              </a:buClr>
              <a:buSzPts val="900"/>
              <a:buChar char="•"/>
              <a:defRPr sz="900"/>
            </a:lvl3pPr>
            <a:lvl4pPr indent="-279400" lvl="3" marL="1828800" algn="l">
              <a:spcBef>
                <a:spcPts val="200"/>
              </a:spcBef>
              <a:spcAft>
                <a:spcPts val="0"/>
              </a:spcAft>
              <a:buClr>
                <a:schemeClr val="dk1"/>
              </a:buClr>
              <a:buSzPts val="800"/>
              <a:buChar char="–"/>
              <a:defRPr sz="800"/>
            </a:lvl4pPr>
            <a:lvl5pPr indent="-279400" lvl="4" marL="2286000" algn="l">
              <a:spcBef>
                <a:spcPts val="200"/>
              </a:spcBef>
              <a:spcAft>
                <a:spcPts val="0"/>
              </a:spcAft>
              <a:buClr>
                <a:schemeClr val="dk1"/>
              </a:buClr>
              <a:buSzPts val="800"/>
              <a:buChar char="»"/>
              <a:defRPr sz="800"/>
            </a:lvl5pPr>
            <a:lvl6pPr indent="-279400" lvl="5" marL="2743200" algn="l">
              <a:spcBef>
                <a:spcPts val="200"/>
              </a:spcBef>
              <a:spcAft>
                <a:spcPts val="0"/>
              </a:spcAft>
              <a:buClr>
                <a:schemeClr val="dk1"/>
              </a:buClr>
              <a:buSzPts val="800"/>
              <a:buChar char="•"/>
              <a:defRPr sz="800"/>
            </a:lvl6pPr>
            <a:lvl7pPr indent="-279400" lvl="6" marL="3200400" algn="l">
              <a:spcBef>
                <a:spcPts val="200"/>
              </a:spcBef>
              <a:spcAft>
                <a:spcPts val="0"/>
              </a:spcAft>
              <a:buClr>
                <a:schemeClr val="dk1"/>
              </a:buClr>
              <a:buSzPts val="800"/>
              <a:buChar char="•"/>
              <a:defRPr sz="800"/>
            </a:lvl7pPr>
            <a:lvl8pPr indent="-279400" lvl="7" marL="3657600" algn="l">
              <a:spcBef>
                <a:spcPts val="200"/>
              </a:spcBef>
              <a:spcAft>
                <a:spcPts val="0"/>
              </a:spcAft>
              <a:buClr>
                <a:schemeClr val="dk1"/>
              </a:buClr>
              <a:buSzPts val="800"/>
              <a:buChar char="•"/>
              <a:defRPr sz="800"/>
            </a:lvl8pPr>
            <a:lvl9pPr indent="-279400" lvl="8" marL="4114800" algn="l">
              <a:spcBef>
                <a:spcPts val="200"/>
              </a:spcBef>
              <a:spcAft>
                <a:spcPts val="0"/>
              </a:spcAft>
              <a:buClr>
                <a:schemeClr val="dk1"/>
              </a:buClr>
              <a:buSzPts val="800"/>
              <a:buChar char="•"/>
              <a:defRPr sz="800"/>
            </a:lvl9pPr>
          </a:lstStyle>
          <a:p/>
        </p:txBody>
      </p:sp>
      <p:sp>
        <p:nvSpPr>
          <p:cNvPr id="91" name="Google Shape;91;p19"/>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idx="1" type="body"/>
          </p:nvPr>
        </p:nvSpPr>
        <p:spPr>
          <a:xfrm>
            <a:off x="1787525" y="136525"/>
            <a:ext cx="2555875" cy="2926557"/>
          </a:xfrm>
          <a:prstGeom prst="rect">
            <a:avLst/>
          </a:prstGeom>
          <a:noFill/>
          <a:ln>
            <a:noFill/>
          </a:ln>
        </p:spPr>
        <p:txBody>
          <a:bodyPr anchorCtr="0" anchor="t" bIns="22850" lIns="45725" spcFirstLastPara="1" rIns="45725" wrap="square" tIns="22850">
            <a:normAutofit/>
          </a:bodyPr>
          <a:lstStyle>
            <a:lvl1pPr indent="-330200" lvl="0" marL="457200" algn="l">
              <a:spcBef>
                <a:spcPts val="300"/>
              </a:spcBef>
              <a:spcAft>
                <a:spcPts val="0"/>
              </a:spcAft>
              <a:buClr>
                <a:schemeClr val="dk1"/>
              </a:buClr>
              <a:buSzPts val="1600"/>
              <a:buChar char="•"/>
              <a:defRPr sz="1600"/>
            </a:lvl1pPr>
            <a:lvl2pPr indent="-317500" lvl="1" marL="914400" algn="l">
              <a:spcBef>
                <a:spcPts val="300"/>
              </a:spcBef>
              <a:spcAft>
                <a:spcPts val="0"/>
              </a:spcAft>
              <a:buClr>
                <a:schemeClr val="dk1"/>
              </a:buClr>
              <a:buSzPts val="1400"/>
              <a:buChar char="–"/>
              <a:defRPr sz="1400"/>
            </a:lvl2pPr>
            <a:lvl3pPr indent="-304800" lvl="2" marL="1371600" algn="l">
              <a:spcBef>
                <a:spcPts val="200"/>
              </a:spcBef>
              <a:spcAft>
                <a:spcPts val="0"/>
              </a:spcAft>
              <a:buClr>
                <a:schemeClr val="dk1"/>
              </a:buClr>
              <a:buSzPts val="1200"/>
              <a:buChar char="•"/>
              <a:defRPr sz="1200"/>
            </a:lvl3pPr>
            <a:lvl4pPr indent="-292100" lvl="3" marL="1828800" algn="l">
              <a:spcBef>
                <a:spcPts val="200"/>
              </a:spcBef>
              <a:spcAft>
                <a:spcPts val="0"/>
              </a:spcAft>
              <a:buClr>
                <a:schemeClr val="dk1"/>
              </a:buClr>
              <a:buSzPts val="1000"/>
              <a:buChar char="–"/>
              <a:defRPr sz="1000"/>
            </a:lvl4pPr>
            <a:lvl5pPr indent="-292100" lvl="4" marL="2286000" algn="l">
              <a:spcBef>
                <a:spcPts val="200"/>
              </a:spcBef>
              <a:spcAft>
                <a:spcPts val="0"/>
              </a:spcAft>
              <a:buClr>
                <a:schemeClr val="dk1"/>
              </a:buClr>
              <a:buSzPts val="1000"/>
              <a:buChar char="»"/>
              <a:defRPr sz="1000"/>
            </a:lvl5pPr>
            <a:lvl6pPr indent="-292100" lvl="5" marL="2743200" algn="l">
              <a:spcBef>
                <a:spcPts val="200"/>
              </a:spcBef>
              <a:spcAft>
                <a:spcPts val="0"/>
              </a:spcAft>
              <a:buClr>
                <a:schemeClr val="dk1"/>
              </a:buClr>
              <a:buSzPts val="1000"/>
              <a:buChar char="•"/>
              <a:defRPr sz="1000"/>
            </a:lvl6pPr>
            <a:lvl7pPr indent="-292100" lvl="6" marL="3200400" algn="l">
              <a:spcBef>
                <a:spcPts val="200"/>
              </a:spcBef>
              <a:spcAft>
                <a:spcPts val="0"/>
              </a:spcAft>
              <a:buClr>
                <a:schemeClr val="dk1"/>
              </a:buClr>
              <a:buSzPts val="1000"/>
              <a:buChar char="•"/>
              <a:defRPr sz="1000"/>
            </a:lvl7pPr>
            <a:lvl8pPr indent="-292100" lvl="7" marL="3657600" algn="l">
              <a:spcBef>
                <a:spcPts val="200"/>
              </a:spcBef>
              <a:spcAft>
                <a:spcPts val="0"/>
              </a:spcAft>
              <a:buClr>
                <a:schemeClr val="dk1"/>
              </a:buClr>
              <a:buSzPts val="1000"/>
              <a:buChar char="•"/>
              <a:defRPr sz="1000"/>
            </a:lvl8pPr>
            <a:lvl9pPr indent="-292100" lvl="8" marL="4114800" algn="l">
              <a:spcBef>
                <a:spcPts val="200"/>
              </a:spcBef>
              <a:spcAft>
                <a:spcPts val="0"/>
              </a:spcAft>
              <a:buClr>
                <a:schemeClr val="dk1"/>
              </a:buClr>
              <a:buSzPts val="1000"/>
              <a:buChar char="•"/>
              <a:defRPr sz="1000"/>
            </a:lvl9pPr>
          </a:lstStyle>
          <a:p/>
        </p:txBody>
      </p:sp>
      <p:sp>
        <p:nvSpPr>
          <p:cNvPr id="102" name="Google Shape;102;p21"/>
          <p:cNvSpPr txBox="1"/>
          <p:nvPr>
            <p:ph idx="2" type="body"/>
          </p:nvPr>
        </p:nvSpPr>
        <p:spPr>
          <a:xfrm>
            <a:off x="228600" y="717550"/>
            <a:ext cx="1504157" cy="2345532"/>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03" name="Google Shape;103;p21"/>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anchorCtr="0" anchor="b" bIns="22850" lIns="45725" spcFirstLastPara="1" rIns="45725" wrap="square" tIns="22850">
            <a:normAutofit/>
          </a:bodyPr>
          <a:lstStyle>
            <a:lvl1pPr lvl="0" algn="l">
              <a:spcBef>
                <a:spcPts val="0"/>
              </a:spcBef>
              <a:spcAft>
                <a:spcPts val="0"/>
              </a:spcAft>
              <a:buClr>
                <a:schemeClr val="dk1"/>
              </a:buClr>
              <a:buSzPts val="1000"/>
              <a:buFont typeface="Calibri"/>
              <a:buNone/>
              <a:defRPr b="1" sz="10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idx="2" type="pic"/>
          </p:nvPr>
        </p:nvSpPr>
        <p:spPr>
          <a:xfrm>
            <a:off x="896144" y="306388"/>
            <a:ext cx="2743200" cy="2057400"/>
          </a:xfrm>
          <a:prstGeom prst="rect">
            <a:avLst/>
          </a:prstGeom>
          <a:noFill/>
          <a:ln>
            <a:noFill/>
          </a:ln>
        </p:spPr>
      </p:sp>
      <p:sp>
        <p:nvSpPr>
          <p:cNvPr id="109" name="Google Shape;109;p22"/>
          <p:cNvSpPr txBox="1"/>
          <p:nvPr>
            <p:ph idx="1" type="body"/>
          </p:nvPr>
        </p:nvSpPr>
        <p:spPr>
          <a:xfrm>
            <a:off x="896144" y="2683669"/>
            <a:ext cx="2743200" cy="402431"/>
          </a:xfrm>
          <a:prstGeom prst="rect">
            <a:avLst/>
          </a:prstGeom>
          <a:noFill/>
          <a:ln>
            <a:noFill/>
          </a:ln>
        </p:spPr>
        <p:txBody>
          <a:bodyPr anchorCtr="0" anchor="t" bIns="22850" lIns="45725" spcFirstLastPara="1" rIns="45725" wrap="square" tIns="22850">
            <a:normAutofit/>
          </a:bodyPr>
          <a:lstStyle>
            <a:lvl1pPr indent="-228600" lvl="0" marL="457200" algn="l">
              <a:spcBef>
                <a:spcPts val="100"/>
              </a:spcBef>
              <a:spcAft>
                <a:spcPts val="0"/>
              </a:spcAft>
              <a:buClr>
                <a:schemeClr val="dk1"/>
              </a:buClr>
              <a:buSzPts val="700"/>
              <a:buNone/>
              <a:defRPr sz="700"/>
            </a:lvl1pPr>
            <a:lvl2pPr indent="-228600" lvl="1" marL="914400" algn="l">
              <a:spcBef>
                <a:spcPts val="100"/>
              </a:spcBef>
              <a:spcAft>
                <a:spcPts val="0"/>
              </a:spcAft>
              <a:buClr>
                <a:schemeClr val="dk1"/>
              </a:buClr>
              <a:buSzPts val="600"/>
              <a:buNone/>
              <a:defRPr sz="600"/>
            </a:lvl2pPr>
            <a:lvl3pPr indent="-228600" lvl="2" marL="1371600" algn="l">
              <a:spcBef>
                <a:spcPts val="100"/>
              </a:spcBef>
              <a:spcAft>
                <a:spcPts val="0"/>
              </a:spcAft>
              <a:buClr>
                <a:schemeClr val="dk1"/>
              </a:buClr>
              <a:buSzPts val="500"/>
              <a:buNone/>
              <a:defRPr sz="500"/>
            </a:lvl3pPr>
            <a:lvl4pPr indent="-228600" lvl="3" marL="1828800" algn="l">
              <a:spcBef>
                <a:spcPts val="100"/>
              </a:spcBef>
              <a:spcAft>
                <a:spcPts val="0"/>
              </a:spcAft>
              <a:buClr>
                <a:schemeClr val="dk1"/>
              </a:buClr>
              <a:buSzPts val="500"/>
              <a:buNone/>
              <a:defRPr sz="500"/>
            </a:lvl4pPr>
            <a:lvl5pPr indent="-228600" lvl="4" marL="2286000" algn="l">
              <a:spcBef>
                <a:spcPts val="100"/>
              </a:spcBef>
              <a:spcAft>
                <a:spcPts val="0"/>
              </a:spcAft>
              <a:buClr>
                <a:schemeClr val="dk1"/>
              </a:buClr>
              <a:buSzPts val="500"/>
              <a:buNone/>
              <a:defRPr sz="500"/>
            </a:lvl5pPr>
            <a:lvl6pPr indent="-228600" lvl="5" marL="2743200" algn="l">
              <a:spcBef>
                <a:spcPts val="100"/>
              </a:spcBef>
              <a:spcAft>
                <a:spcPts val="0"/>
              </a:spcAft>
              <a:buClr>
                <a:schemeClr val="dk1"/>
              </a:buClr>
              <a:buSzPts val="500"/>
              <a:buNone/>
              <a:defRPr sz="500"/>
            </a:lvl6pPr>
            <a:lvl7pPr indent="-228600" lvl="6" marL="3200400" algn="l">
              <a:spcBef>
                <a:spcPts val="100"/>
              </a:spcBef>
              <a:spcAft>
                <a:spcPts val="0"/>
              </a:spcAft>
              <a:buClr>
                <a:schemeClr val="dk1"/>
              </a:buClr>
              <a:buSzPts val="500"/>
              <a:buNone/>
              <a:defRPr sz="500"/>
            </a:lvl7pPr>
            <a:lvl8pPr indent="-228600" lvl="7" marL="3657600" algn="l">
              <a:spcBef>
                <a:spcPts val="100"/>
              </a:spcBef>
              <a:spcAft>
                <a:spcPts val="0"/>
              </a:spcAft>
              <a:buClr>
                <a:schemeClr val="dk1"/>
              </a:buClr>
              <a:buSzPts val="500"/>
              <a:buNone/>
              <a:defRPr sz="500"/>
            </a:lvl8pPr>
            <a:lvl9pPr indent="-228600" lvl="8" marL="4114800" algn="l">
              <a:spcBef>
                <a:spcPts val="100"/>
              </a:spcBef>
              <a:spcAft>
                <a:spcPts val="0"/>
              </a:spcAft>
              <a:buClr>
                <a:schemeClr val="dk1"/>
              </a:buClr>
              <a:buSzPts val="500"/>
              <a:buNone/>
              <a:defRPr sz="500"/>
            </a:lvl9pPr>
          </a:lstStyle>
          <a:p/>
        </p:txBody>
      </p:sp>
      <p:sp>
        <p:nvSpPr>
          <p:cNvPr id="110" name="Google Shape;110;p22"/>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idx="1" type="body"/>
          </p:nvPr>
        </p:nvSpPr>
        <p:spPr>
          <a:xfrm rot="5400000">
            <a:off x="1154509" y="-125809"/>
            <a:ext cx="2262982" cy="41148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16" name="Google Shape;116;p2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idx="1" type="body"/>
          </p:nvPr>
        </p:nvSpPr>
        <p:spPr>
          <a:xfrm rot="5400000">
            <a:off x="270669" y="95250"/>
            <a:ext cx="2925763" cy="30099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200"/>
              </a:spcBef>
              <a:spcAft>
                <a:spcPts val="0"/>
              </a:spcAft>
              <a:buClr>
                <a:schemeClr val="dk1"/>
              </a:buClr>
              <a:buSzPts val="900"/>
              <a:buChar char="–"/>
              <a:defRPr/>
            </a:lvl2pPr>
            <a:lvl3pPr indent="-285750" lvl="2" marL="1371600" algn="l">
              <a:spcBef>
                <a:spcPts val="200"/>
              </a:spcBef>
              <a:spcAft>
                <a:spcPts val="0"/>
              </a:spcAft>
              <a:buClr>
                <a:schemeClr val="dk1"/>
              </a:buClr>
              <a:buSzPts val="900"/>
              <a:buChar char="•"/>
              <a:defRPr/>
            </a:lvl3pPr>
            <a:lvl4pPr indent="-285750" lvl="3" marL="1828800" algn="l">
              <a:spcBef>
                <a:spcPts val="200"/>
              </a:spcBef>
              <a:spcAft>
                <a:spcPts val="0"/>
              </a:spcAft>
              <a:buClr>
                <a:schemeClr val="dk1"/>
              </a:buClr>
              <a:buSzPts val="900"/>
              <a:buChar char="–"/>
              <a:defRPr/>
            </a:lvl4pPr>
            <a:lvl5pPr indent="-285750" lvl="4" marL="2286000" algn="l">
              <a:spcBef>
                <a:spcPts val="200"/>
              </a:spcBef>
              <a:spcAft>
                <a:spcPts val="0"/>
              </a:spcAft>
              <a:buClr>
                <a:schemeClr val="dk1"/>
              </a:buClr>
              <a:buSzPts val="900"/>
              <a:buChar char="»"/>
              <a:defRPr/>
            </a:lvl5pPr>
            <a:lvl6pPr indent="-285750" lvl="5" marL="2743200" algn="l">
              <a:spcBef>
                <a:spcPts val="200"/>
              </a:spcBef>
              <a:spcAft>
                <a:spcPts val="0"/>
              </a:spcAft>
              <a:buClr>
                <a:schemeClr val="dk1"/>
              </a:buClr>
              <a:buSzPts val="900"/>
              <a:buChar char="•"/>
              <a:defRPr/>
            </a:lvl6pPr>
            <a:lvl7pPr indent="-285750" lvl="6" marL="3200400" algn="l">
              <a:spcBef>
                <a:spcPts val="200"/>
              </a:spcBef>
              <a:spcAft>
                <a:spcPts val="0"/>
              </a:spcAft>
              <a:buClr>
                <a:schemeClr val="dk1"/>
              </a:buClr>
              <a:buSzPts val="900"/>
              <a:buChar char="•"/>
              <a:defRPr/>
            </a:lvl7pPr>
            <a:lvl8pPr indent="-285750" lvl="7" marL="3657600" algn="l">
              <a:spcBef>
                <a:spcPts val="200"/>
              </a:spcBef>
              <a:spcAft>
                <a:spcPts val="0"/>
              </a:spcAft>
              <a:buClr>
                <a:schemeClr val="dk1"/>
              </a:buClr>
              <a:buSzPts val="900"/>
              <a:buChar char="•"/>
              <a:defRPr/>
            </a:lvl8pPr>
            <a:lvl9pPr indent="-285750" lvl="8" marL="4114800" algn="l">
              <a:spcBef>
                <a:spcPts val="200"/>
              </a:spcBef>
              <a:spcAft>
                <a:spcPts val="0"/>
              </a:spcAft>
              <a:buClr>
                <a:schemeClr val="dk1"/>
              </a:buClr>
              <a:buSzPts val="900"/>
              <a:buChar char="•"/>
              <a:defRPr/>
            </a:lvl9pPr>
          </a:lstStyle>
          <a:p/>
        </p:txBody>
      </p:sp>
      <p:sp>
        <p:nvSpPr>
          <p:cNvPr id="122" name="Google Shape;122;p24"/>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marR="0" rtl="0" algn="ctr">
              <a:spcBef>
                <a:spcPts val="0"/>
              </a:spcBef>
              <a:spcAft>
                <a:spcPts val="0"/>
              </a:spcAft>
              <a:buClr>
                <a:schemeClr val="dk1"/>
              </a:buClr>
              <a:buSzPts val="2200"/>
              <a:buFont typeface="Calibri"/>
              <a:buNone/>
              <a:defRPr b="0" i="0" sz="2200" u="none" cap="none" strike="noStrik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idx="1" type="body"/>
          </p:nvPr>
        </p:nvSpPr>
        <p:spPr>
          <a:xfrm>
            <a:off x="228600" y="800100"/>
            <a:ext cx="4114800" cy="2262982"/>
          </a:xfrm>
          <a:prstGeom prst="rect">
            <a:avLst/>
          </a:prstGeom>
          <a:noFill/>
          <a:ln>
            <a:noFill/>
          </a:ln>
        </p:spPr>
        <p:txBody>
          <a:bodyPr anchorCtr="0" anchor="t" bIns="22850" lIns="45725" spcFirstLastPara="1" rIns="45725" wrap="square" tIns="22850">
            <a:normAutofit/>
          </a:bodyPr>
          <a:lstStyle>
            <a:lvl1pPr indent="-330200" lvl="0" marL="457200" marR="0" rtl="0" algn="l">
              <a:spcBef>
                <a:spcPts val="3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1pPr>
            <a:lvl2pPr indent="-317500" lvl="1" marL="914400" marR="0" rtl="0" algn="l">
              <a:spcBef>
                <a:spcPts val="3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2pPr>
            <a:lvl3pPr indent="-304800" lvl="2" marL="1371600" marR="0" rtl="0" algn="l">
              <a:spcBef>
                <a:spcPts val="200"/>
              </a:spcBef>
              <a:spcAft>
                <a:spcPts val="0"/>
              </a:spcAft>
              <a:buClr>
                <a:schemeClr val="dk1"/>
              </a:buClr>
              <a:buSzPts val="1200"/>
              <a:buFont typeface="Arial"/>
              <a:buChar char="•"/>
              <a:defRPr b="0" i="0" sz="1200" u="none" cap="none" strike="noStrike">
                <a:solidFill>
                  <a:schemeClr val="dk1"/>
                </a:solidFill>
                <a:latin typeface="Calibri"/>
                <a:ea typeface="Calibri"/>
                <a:cs typeface="Calibri"/>
                <a:sym typeface="Calibri"/>
              </a:defRPr>
            </a:lvl3pPr>
            <a:lvl4pPr indent="-292100" lvl="3" marL="1828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4pPr>
            <a:lvl5pPr indent="-292100" lvl="4" marL="22860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5pPr>
            <a:lvl6pPr indent="-292100" lvl="5" marL="27432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6pPr>
            <a:lvl7pPr indent="-292100" lvl="6" marL="32004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7pPr>
            <a:lvl8pPr indent="-292100" lvl="7" marL="36576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8pPr>
            <a:lvl9pPr indent="-292100" lvl="8" marL="4114800" marR="0" rtl="0" algn="l">
              <a:spcBef>
                <a:spcPts val="200"/>
              </a:spcBef>
              <a:spcAft>
                <a:spcPts val="0"/>
              </a:spcAft>
              <a:buClr>
                <a:schemeClr val="dk1"/>
              </a:buClr>
              <a:buSzPts val="1000"/>
              <a:buFont typeface="Arial"/>
              <a:buChar char="•"/>
              <a:defRPr b="0" i="0" sz="1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228600" y="3178175"/>
            <a:ext cx="1066800" cy="182563"/>
          </a:xfrm>
          <a:prstGeom prst="rect">
            <a:avLst/>
          </a:prstGeom>
          <a:noFill/>
          <a:ln>
            <a:noFill/>
          </a:ln>
        </p:spPr>
        <p:txBody>
          <a:bodyPr anchorCtr="0" anchor="ctr" bIns="22850" lIns="45725" spcFirstLastPara="1" rIns="45725" wrap="square" tIns="22850">
            <a:noAutofit/>
          </a:bodyPr>
          <a:lstStyle>
            <a:lvl1pPr lvl="0" marR="0" rtl="0" algn="l">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1562100" y="3178175"/>
            <a:ext cx="1447800" cy="182563"/>
          </a:xfrm>
          <a:prstGeom prst="rect">
            <a:avLst/>
          </a:prstGeom>
          <a:noFill/>
          <a:ln>
            <a:noFill/>
          </a:ln>
        </p:spPr>
        <p:txBody>
          <a:bodyPr anchorCtr="0" anchor="ctr" bIns="22850" lIns="45725" spcFirstLastPara="1" rIns="45725" wrap="square" tIns="22850">
            <a:noAutofit/>
          </a:bodyPr>
          <a:lstStyle>
            <a:lvl1pPr lvl="0" marR="0" rtl="0" algn="ctr">
              <a:spcBef>
                <a:spcPts val="0"/>
              </a:spcBef>
              <a:spcAft>
                <a:spcPts val="0"/>
              </a:spcAft>
              <a:buSzPts val="700"/>
              <a:buNone/>
              <a:defRPr b="0" i="0" sz="600" u="none" cap="none" strike="noStrike">
                <a:solidFill>
                  <a:srgbClr val="888888"/>
                </a:solidFill>
                <a:latin typeface="Calibri"/>
                <a:ea typeface="Calibri"/>
                <a:cs typeface="Calibri"/>
                <a:sym typeface="Calibri"/>
              </a:defRPr>
            </a:lvl1pPr>
            <a:lvl2pPr lvl="1"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2pPr>
            <a:lvl3pPr lvl="2"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3pPr>
            <a:lvl4pPr lvl="3"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4pPr>
            <a:lvl5pPr lvl="4"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5pPr>
            <a:lvl6pPr lvl="5"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6pPr>
            <a:lvl7pPr lvl="6"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7pPr>
            <a:lvl8pPr lvl="7"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8pPr>
            <a:lvl9pPr lvl="8" marR="0" rtl="0" algn="l">
              <a:spcBef>
                <a:spcPts val="0"/>
              </a:spcBef>
              <a:spcAft>
                <a:spcPts val="0"/>
              </a:spcAft>
              <a:buSzPts val="700"/>
              <a:buNone/>
              <a:defRPr b="0" i="0" sz="9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3276600" y="3178175"/>
            <a:ext cx="1066800" cy="182563"/>
          </a:xfrm>
          <a:prstGeom prst="rect">
            <a:avLst/>
          </a:prstGeom>
          <a:noFill/>
          <a:ln>
            <a:noFill/>
          </a:ln>
        </p:spPr>
        <p:txBody>
          <a:bodyPr anchorCtr="0" anchor="ctr" bIns="22850" lIns="45725" spcFirstLastPara="1" rIns="45725" wrap="square" tIns="22850">
            <a:noAutofit/>
          </a:bodyPr>
          <a:lstStyle>
            <a:lvl1pPr indent="0" lvl="0" marL="0" marR="0" rtl="0" algn="r">
              <a:spcBef>
                <a:spcPts val="0"/>
              </a:spcBef>
              <a:buNone/>
              <a:defRPr b="0" i="0" sz="600" u="none" cap="none" strike="noStrike">
                <a:solidFill>
                  <a:srgbClr val="888888"/>
                </a:solidFill>
                <a:latin typeface="Calibri"/>
                <a:ea typeface="Calibri"/>
                <a:cs typeface="Calibri"/>
                <a:sym typeface="Calibri"/>
              </a:defRPr>
            </a:lvl1pPr>
            <a:lvl2pPr indent="0" lvl="1" marL="0" marR="0" rtl="0" algn="r">
              <a:spcBef>
                <a:spcPts val="0"/>
              </a:spcBef>
              <a:buNone/>
              <a:defRPr b="0" i="0" sz="600" u="none" cap="none" strike="noStrike">
                <a:solidFill>
                  <a:srgbClr val="888888"/>
                </a:solidFill>
                <a:latin typeface="Calibri"/>
                <a:ea typeface="Calibri"/>
                <a:cs typeface="Calibri"/>
                <a:sym typeface="Calibri"/>
              </a:defRPr>
            </a:lvl2pPr>
            <a:lvl3pPr indent="0" lvl="2" marL="0" marR="0" rtl="0" algn="r">
              <a:spcBef>
                <a:spcPts val="0"/>
              </a:spcBef>
              <a:buNone/>
              <a:defRPr b="0" i="0" sz="600" u="none" cap="none" strike="noStrike">
                <a:solidFill>
                  <a:srgbClr val="888888"/>
                </a:solidFill>
                <a:latin typeface="Calibri"/>
                <a:ea typeface="Calibri"/>
                <a:cs typeface="Calibri"/>
                <a:sym typeface="Calibri"/>
              </a:defRPr>
            </a:lvl3pPr>
            <a:lvl4pPr indent="0" lvl="3" marL="0" marR="0" rtl="0" algn="r">
              <a:spcBef>
                <a:spcPts val="0"/>
              </a:spcBef>
              <a:buNone/>
              <a:defRPr b="0" i="0" sz="600" u="none" cap="none" strike="noStrike">
                <a:solidFill>
                  <a:srgbClr val="888888"/>
                </a:solidFill>
                <a:latin typeface="Calibri"/>
                <a:ea typeface="Calibri"/>
                <a:cs typeface="Calibri"/>
                <a:sym typeface="Calibri"/>
              </a:defRPr>
            </a:lvl4pPr>
            <a:lvl5pPr indent="0" lvl="4" marL="0" marR="0" rtl="0" algn="r">
              <a:spcBef>
                <a:spcPts val="0"/>
              </a:spcBef>
              <a:buNone/>
              <a:defRPr b="0" i="0" sz="600" u="none" cap="none" strike="noStrike">
                <a:solidFill>
                  <a:srgbClr val="888888"/>
                </a:solidFill>
                <a:latin typeface="Calibri"/>
                <a:ea typeface="Calibri"/>
                <a:cs typeface="Calibri"/>
                <a:sym typeface="Calibri"/>
              </a:defRPr>
            </a:lvl5pPr>
            <a:lvl6pPr indent="0" lvl="5" marL="0" marR="0" rtl="0" algn="r">
              <a:spcBef>
                <a:spcPts val="0"/>
              </a:spcBef>
              <a:buNone/>
              <a:defRPr b="0" i="0" sz="600" u="none" cap="none" strike="noStrike">
                <a:solidFill>
                  <a:srgbClr val="888888"/>
                </a:solidFill>
                <a:latin typeface="Calibri"/>
                <a:ea typeface="Calibri"/>
                <a:cs typeface="Calibri"/>
                <a:sym typeface="Calibri"/>
              </a:defRPr>
            </a:lvl6pPr>
            <a:lvl7pPr indent="0" lvl="6" marL="0" marR="0" rtl="0" algn="r">
              <a:spcBef>
                <a:spcPts val="0"/>
              </a:spcBef>
              <a:buNone/>
              <a:defRPr b="0" i="0" sz="600" u="none" cap="none" strike="noStrike">
                <a:solidFill>
                  <a:srgbClr val="888888"/>
                </a:solidFill>
                <a:latin typeface="Calibri"/>
                <a:ea typeface="Calibri"/>
                <a:cs typeface="Calibri"/>
                <a:sym typeface="Calibri"/>
              </a:defRPr>
            </a:lvl7pPr>
            <a:lvl8pPr indent="0" lvl="7" marL="0" marR="0" rtl="0" algn="r">
              <a:spcBef>
                <a:spcPts val="0"/>
              </a:spcBef>
              <a:buNone/>
              <a:defRPr b="0" i="0" sz="600" u="none" cap="none" strike="noStrike">
                <a:solidFill>
                  <a:srgbClr val="888888"/>
                </a:solidFill>
                <a:latin typeface="Calibri"/>
                <a:ea typeface="Calibri"/>
                <a:cs typeface="Calibri"/>
                <a:sym typeface="Calibri"/>
              </a:defRPr>
            </a:lvl8pPr>
            <a:lvl9pPr indent="0" lvl="8" marL="0" marR="0" rtl="0" algn="r">
              <a:spcBef>
                <a:spcPts val="0"/>
              </a:spcBef>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28" name="Shape 128"/>
        <p:cNvGrpSpPr/>
        <p:nvPr/>
      </p:nvGrpSpPr>
      <p:grpSpPr>
        <a:xfrm>
          <a:off x="0" y="0"/>
          <a:ext cx="0" cy="0"/>
          <a:chOff x="0" y="0"/>
          <a:chExt cx="0" cy="0"/>
        </a:xfrm>
      </p:grpSpPr>
      <p:grpSp>
        <p:nvGrpSpPr>
          <p:cNvPr id="129" name="Google Shape;129;p25"/>
          <p:cNvGrpSpPr/>
          <p:nvPr/>
        </p:nvGrpSpPr>
        <p:grpSpPr>
          <a:xfrm>
            <a:off x="322120" y="929725"/>
            <a:ext cx="4881600" cy="3878838"/>
            <a:chOff x="0" y="190476"/>
            <a:chExt cx="13017600" cy="10343568"/>
          </a:xfrm>
        </p:grpSpPr>
        <p:sp>
          <p:nvSpPr>
            <p:cNvPr id="130" name="Google Shape;130;p25"/>
            <p:cNvSpPr txBox="1"/>
            <p:nvPr/>
          </p:nvSpPr>
          <p:spPr>
            <a:xfrm>
              <a:off x="13" y="190476"/>
              <a:ext cx="11004600" cy="6526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5300" u="none" cap="none" strike="noStrike">
                  <a:solidFill>
                    <a:srgbClr val="FBF1F2"/>
                  </a:solidFill>
                  <a:latin typeface="Tenor Sans"/>
                  <a:ea typeface="Tenor Sans"/>
                  <a:cs typeface="Tenor Sans"/>
                  <a:sym typeface="Tenor Sans"/>
                </a:rPr>
                <a:t>Machine Learning Project</a:t>
              </a:r>
              <a:endParaRPr sz="700"/>
            </a:p>
          </p:txBody>
        </p:sp>
        <p:sp>
          <p:nvSpPr>
            <p:cNvPr id="131" name="Google Shape;131;p25"/>
            <p:cNvSpPr txBox="1"/>
            <p:nvPr/>
          </p:nvSpPr>
          <p:spPr>
            <a:xfrm>
              <a:off x="0" y="6199644"/>
              <a:ext cx="13017600" cy="4334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1600">
                <a:solidFill>
                  <a:srgbClr val="FBF1F2"/>
                </a:solidFill>
              </a:endParaRPr>
            </a:p>
            <a:p>
              <a:pPr indent="0" lvl="0" marL="0" marR="0" rtl="0" algn="l">
                <a:lnSpc>
                  <a:spcPct val="140000"/>
                </a:lnSpc>
                <a:spcBef>
                  <a:spcPts val="0"/>
                </a:spcBef>
                <a:spcAft>
                  <a:spcPts val="0"/>
                </a:spcAft>
                <a:buNone/>
              </a:pPr>
              <a:r>
                <a:rPr b="0" i="0" lang="en" sz="1600" u="none" cap="none" strike="noStrike">
                  <a:solidFill>
                    <a:srgbClr val="FBF1F2"/>
                  </a:solidFill>
                  <a:latin typeface="Arial"/>
                  <a:ea typeface="Arial"/>
                  <a:cs typeface="Arial"/>
                  <a:sym typeface="Arial"/>
                </a:rPr>
                <a:t>PRESENTED BY : </a:t>
              </a:r>
              <a:endParaRPr sz="700"/>
            </a:p>
            <a:p>
              <a:pPr indent="0" lvl="0" marL="0" marR="0" rtl="0" algn="l">
                <a:lnSpc>
                  <a:spcPct val="140000"/>
                </a:lnSpc>
                <a:spcBef>
                  <a:spcPts val="0"/>
                </a:spcBef>
                <a:spcAft>
                  <a:spcPts val="0"/>
                </a:spcAft>
                <a:buNone/>
              </a:pPr>
              <a:r>
                <a:rPr lang="en" sz="1600">
                  <a:solidFill>
                    <a:srgbClr val="FBF1F2"/>
                  </a:solidFill>
                </a:rPr>
                <a:t>Anmol Chourasia</a:t>
              </a:r>
              <a:endParaRPr sz="700"/>
            </a:p>
            <a:p>
              <a:pPr indent="0" lvl="0" marL="0" marR="0" rtl="0" algn="l">
                <a:lnSpc>
                  <a:spcPct val="140000"/>
                </a:lnSpc>
                <a:spcBef>
                  <a:spcPts val="0"/>
                </a:spcBef>
                <a:spcAft>
                  <a:spcPts val="0"/>
                </a:spcAft>
                <a:buNone/>
              </a:pPr>
              <a:r>
                <a:rPr b="0" i="0" lang="en" sz="1600" u="none" cap="none" strike="noStrike">
                  <a:solidFill>
                    <a:srgbClr val="FBF1F2"/>
                  </a:solidFill>
                  <a:latin typeface="Arial"/>
                  <a:ea typeface="Arial"/>
                  <a:cs typeface="Arial"/>
                  <a:sym typeface="Arial"/>
                </a:rPr>
                <a:t>220705210</a:t>
              </a:r>
              <a:r>
                <a:rPr lang="en" sz="1600">
                  <a:solidFill>
                    <a:srgbClr val="FBF1F2"/>
                  </a:solidFill>
                </a:rPr>
                <a:t>91 </a:t>
              </a:r>
              <a:r>
                <a:rPr b="0" i="0" lang="en" sz="1600" u="none" cap="none" strike="noStrike">
                  <a:solidFill>
                    <a:srgbClr val="FBF1F2"/>
                  </a:solidFill>
                  <a:latin typeface="Arial"/>
                  <a:ea typeface="Arial"/>
                  <a:cs typeface="Arial"/>
                  <a:sym typeface="Arial"/>
                </a:rPr>
                <a:t>7TH SEM </a:t>
              </a:r>
              <a:endParaRPr sz="700"/>
            </a:p>
            <a:p>
              <a:pPr indent="0" lvl="0" marL="0" marR="0" rtl="0" algn="l">
                <a:lnSpc>
                  <a:spcPct val="140000"/>
                </a:lnSpc>
                <a:spcBef>
                  <a:spcPts val="0"/>
                </a:spcBef>
                <a:spcAft>
                  <a:spcPts val="0"/>
                </a:spcAft>
                <a:buNone/>
              </a:pPr>
              <a:r>
                <a:rPr b="0" i="0" lang="en" sz="1600" u="none" cap="none" strike="noStrike">
                  <a:solidFill>
                    <a:srgbClr val="FBF1F2"/>
                  </a:solidFill>
                  <a:latin typeface="Arial"/>
                  <a:ea typeface="Arial"/>
                  <a:cs typeface="Arial"/>
                  <a:sym typeface="Arial"/>
                </a:rPr>
                <a:t>SECTION C</a:t>
              </a:r>
              <a:endParaRPr sz="700"/>
            </a:p>
          </p:txBody>
        </p:sp>
      </p:grpSp>
      <p:sp>
        <p:nvSpPr>
          <p:cNvPr id="132" name="Google Shape;132;p25"/>
          <p:cNvSpPr/>
          <p:nvPr/>
        </p:nvSpPr>
        <p:spPr>
          <a:xfrm>
            <a:off x="6086475" y="0"/>
            <a:ext cx="3057525" cy="5143500"/>
          </a:xfrm>
          <a:custGeom>
            <a:rect b="b" l="l" r="r" t="t"/>
            <a:pathLst>
              <a:path extrusionOk="0" h="1593725" w="947381">
                <a:moveTo>
                  <a:pt x="0" y="0"/>
                </a:moveTo>
                <a:lnTo>
                  <a:pt x="947381" y="0"/>
                </a:lnTo>
                <a:lnTo>
                  <a:pt x="947381" y="1593725"/>
                </a:lnTo>
                <a:lnTo>
                  <a:pt x="0" y="1593725"/>
                </a:lnTo>
                <a:close/>
              </a:path>
            </a:pathLst>
          </a:custGeom>
          <a:blipFill rotWithShape="1">
            <a:blip r:embed="rId3">
              <a:alphaModFix/>
            </a:blip>
            <a:stretch>
              <a:fillRect b="0" l="-34109" r="-34107" t="0"/>
            </a:stretch>
          </a:blipFill>
          <a:ln>
            <a:noFill/>
          </a:ln>
        </p:spPr>
      </p:sp>
      <p:sp>
        <p:nvSpPr>
          <p:cNvPr id="133" name="Google Shape;133;p25"/>
          <p:cNvSpPr/>
          <p:nvPr/>
        </p:nvSpPr>
        <p:spPr>
          <a:xfrm>
            <a:off x="4387318" y="3698052"/>
            <a:ext cx="3137432" cy="2057400"/>
          </a:xfrm>
          <a:custGeom>
            <a:rect b="b" l="l" r="r" t="t"/>
            <a:pathLst>
              <a:path extrusionOk="0" h="4114800" w="6274865">
                <a:moveTo>
                  <a:pt x="0" y="0"/>
                </a:moveTo>
                <a:lnTo>
                  <a:pt x="6274865" y="0"/>
                </a:lnTo>
                <a:lnTo>
                  <a:pt x="6274865" y="4114800"/>
                </a:lnTo>
                <a:lnTo>
                  <a:pt x="0" y="41148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37" name="Shape 137"/>
        <p:cNvGrpSpPr/>
        <p:nvPr/>
      </p:nvGrpSpPr>
      <p:grpSpPr>
        <a:xfrm>
          <a:off x="0" y="0"/>
          <a:ext cx="0" cy="0"/>
          <a:chOff x="0" y="0"/>
          <a:chExt cx="0" cy="0"/>
        </a:xfrm>
      </p:grpSpPr>
      <p:sp>
        <p:nvSpPr>
          <p:cNvPr id="138" name="Google Shape;138;p26"/>
          <p:cNvSpPr/>
          <p:nvPr/>
        </p:nvSpPr>
        <p:spPr>
          <a:xfrm>
            <a:off x="7274834" y="3696600"/>
            <a:ext cx="3137432" cy="2057400"/>
          </a:xfrm>
          <a:custGeom>
            <a:rect b="b" l="l" r="r" t="t"/>
            <a:pathLst>
              <a:path extrusionOk="0" h="4114800" w="6274865">
                <a:moveTo>
                  <a:pt x="0" y="0"/>
                </a:moveTo>
                <a:lnTo>
                  <a:pt x="6274864" y="0"/>
                </a:lnTo>
                <a:lnTo>
                  <a:pt x="6274864" y="4114800"/>
                </a:lnTo>
                <a:lnTo>
                  <a:pt x="0" y="4114800"/>
                </a:lnTo>
                <a:lnTo>
                  <a:pt x="0" y="0"/>
                </a:lnTo>
                <a:close/>
              </a:path>
            </a:pathLst>
          </a:custGeom>
          <a:blipFill rotWithShape="1">
            <a:blip r:embed="rId3">
              <a:alphaModFix/>
            </a:blip>
            <a:stretch>
              <a:fillRect b="0" l="0" r="0" t="0"/>
            </a:stretch>
          </a:blipFill>
          <a:ln>
            <a:noFill/>
          </a:ln>
        </p:spPr>
      </p:sp>
      <p:sp>
        <p:nvSpPr>
          <p:cNvPr id="139" name="Google Shape;139;p26"/>
          <p:cNvSpPr txBox="1"/>
          <p:nvPr/>
        </p:nvSpPr>
        <p:spPr>
          <a:xfrm>
            <a:off x="194675" y="50475"/>
            <a:ext cx="5864700" cy="6178800"/>
          </a:xfrm>
          <a:prstGeom prst="rect">
            <a:avLst/>
          </a:prstGeom>
          <a:noFill/>
          <a:ln>
            <a:noFill/>
          </a:ln>
        </p:spPr>
        <p:txBody>
          <a:bodyPr anchorCtr="0" anchor="t" bIns="0" lIns="0" spcFirstLastPara="1" rIns="0" wrap="square" tIns="0">
            <a:spAutoFit/>
          </a:bodyPr>
          <a:lstStyle/>
          <a:p>
            <a:pPr indent="0" lvl="0" marL="0" marR="0" rtl="0" algn="l">
              <a:lnSpc>
                <a:spcPct val="140028"/>
              </a:lnSpc>
              <a:spcBef>
                <a:spcPts val="0"/>
              </a:spcBef>
              <a:spcAft>
                <a:spcPts val="0"/>
              </a:spcAft>
              <a:buNone/>
            </a:pPr>
            <a:r>
              <a:rPr b="1" i="0" lang="en" sz="2300" u="none" cap="none" strike="noStrike">
                <a:solidFill>
                  <a:srgbClr val="FFFFFF"/>
                </a:solidFill>
                <a:latin typeface="Arial"/>
                <a:ea typeface="Arial"/>
                <a:cs typeface="Arial"/>
                <a:sym typeface="Arial"/>
              </a:rPr>
              <a:t> </a:t>
            </a:r>
            <a:endParaRPr sz="1600"/>
          </a:p>
          <a:p>
            <a:pPr indent="0" lvl="0" marL="0" marR="0" rtl="0" algn="l">
              <a:lnSpc>
                <a:spcPct val="140028"/>
              </a:lnSpc>
              <a:spcBef>
                <a:spcPts val="0"/>
              </a:spcBef>
              <a:spcAft>
                <a:spcPts val="0"/>
              </a:spcAft>
              <a:buNone/>
            </a:pPr>
            <a:r>
              <a:rPr b="1" lang="en" sz="2000">
                <a:solidFill>
                  <a:schemeClr val="lt1"/>
                </a:solidFill>
              </a:rPr>
              <a:t>Project Objectives &amp; Data Overview</a:t>
            </a:r>
            <a:endParaRPr b="1"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 sz="2000">
                <a:solidFill>
                  <a:schemeClr val="lt1"/>
                </a:solidFill>
              </a:rPr>
              <a:t>Objective 1:</a:t>
            </a:r>
            <a:r>
              <a:rPr lang="en" sz="2000">
                <a:solidFill>
                  <a:schemeClr val="lt1"/>
                </a:solidFill>
              </a:rPr>
              <a:t> Clean and explore the historical Lok Sabha election data.</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 sz="2000">
                <a:solidFill>
                  <a:schemeClr val="lt1"/>
                </a:solidFill>
              </a:rPr>
              <a:t>Objective 2:</a:t>
            </a:r>
            <a:r>
              <a:rPr lang="en" sz="2000">
                <a:solidFill>
                  <a:schemeClr val="lt1"/>
                </a:solidFill>
              </a:rPr>
              <a:t> Predict the winning </a:t>
            </a:r>
            <a:r>
              <a:rPr b="1" lang="en" sz="2000">
                <a:solidFill>
                  <a:schemeClr val="lt1"/>
                </a:solidFill>
              </a:rPr>
              <a:t>Political Party</a:t>
            </a:r>
            <a:r>
              <a:rPr lang="en" sz="2000">
                <a:solidFill>
                  <a:schemeClr val="lt1"/>
                </a:solidFill>
              </a:rPr>
              <a:t> using various Supervised ML models (focusing on Top 10 parties).</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 sz="2000">
                <a:solidFill>
                  <a:schemeClr val="lt1"/>
                </a:solidFill>
              </a:rPr>
              <a:t>Objective 3:</a:t>
            </a:r>
            <a:r>
              <a:rPr lang="en" sz="2000">
                <a:solidFill>
                  <a:schemeClr val="lt1"/>
                </a:solidFill>
              </a:rPr>
              <a:t> Analyze the factors influencing election outcomes (e.g., votes, margin, party).</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 sz="2000">
                <a:solidFill>
                  <a:schemeClr val="lt1"/>
                </a:solidFill>
              </a:rPr>
              <a:t>Objective 4:</a:t>
            </a:r>
            <a:r>
              <a:rPr lang="en" sz="2000">
                <a:solidFill>
                  <a:schemeClr val="lt1"/>
                </a:solidFill>
              </a:rPr>
              <a:t> Segment winning candidates using Unsupervised Learning (K-Means Clustering).</a:t>
            </a:r>
            <a:endParaRPr sz="2000">
              <a:solidFill>
                <a:schemeClr val="lt1"/>
              </a:solidFill>
            </a:endParaRPr>
          </a:p>
          <a:p>
            <a:pPr indent="-355600" lvl="0" marL="457200" rtl="0" algn="l">
              <a:lnSpc>
                <a:spcPct val="115000"/>
              </a:lnSpc>
              <a:spcBef>
                <a:spcPts val="0"/>
              </a:spcBef>
              <a:spcAft>
                <a:spcPts val="0"/>
              </a:spcAft>
              <a:buClr>
                <a:schemeClr val="lt1"/>
              </a:buClr>
              <a:buSzPts val="2000"/>
              <a:buChar char="●"/>
            </a:pPr>
            <a:r>
              <a:rPr b="1" lang="en" sz="2000">
                <a:solidFill>
                  <a:schemeClr val="lt1"/>
                </a:solidFill>
              </a:rPr>
              <a:t>Data Source:</a:t>
            </a:r>
            <a:r>
              <a:rPr lang="en" sz="2000">
                <a:solidFill>
                  <a:schemeClr val="lt1"/>
                </a:solidFill>
              </a:rPr>
              <a:t> Lok Sabha General Elections Dataset</a:t>
            </a:r>
            <a:endParaRPr sz="2000">
              <a:solidFill>
                <a:schemeClr val="lt1"/>
              </a:solidFill>
            </a:endParaRPr>
          </a:p>
          <a:p>
            <a:pPr indent="0" lvl="0" marL="0" marR="0" rtl="0" algn="l">
              <a:lnSpc>
                <a:spcPct val="140028"/>
              </a:lnSpc>
              <a:spcBef>
                <a:spcPts val="1200"/>
              </a:spcBef>
              <a:spcAft>
                <a:spcPts val="0"/>
              </a:spcAft>
              <a:buNone/>
            </a:pPr>
            <a:r>
              <a:rPr b="1" i="0" lang="en" sz="2300" u="none" cap="none" strike="noStrike">
                <a:solidFill>
                  <a:srgbClr val="FFFFFF"/>
                </a:solidFill>
                <a:latin typeface="Arial"/>
                <a:ea typeface="Arial"/>
                <a:cs typeface="Arial"/>
                <a:sym typeface="Arial"/>
              </a:rPr>
              <a:t>.</a:t>
            </a:r>
            <a:endParaRPr sz="1600"/>
          </a:p>
          <a:p>
            <a:pPr indent="0" lvl="0" marL="0" marR="0" rtl="0" algn="l">
              <a:lnSpc>
                <a:spcPct val="140028"/>
              </a:lnSpc>
              <a:spcBef>
                <a:spcPts val="0"/>
              </a:spcBef>
              <a:spcAft>
                <a:spcPts val="0"/>
              </a:spcAft>
              <a:buNone/>
            </a:pPr>
            <a:r>
              <a:t/>
            </a:r>
            <a:endParaRPr b="1" i="0" sz="2300" u="none" cap="none" strike="noStrike">
              <a:solidFill>
                <a:srgbClr val="FFFFFF"/>
              </a:solidFill>
              <a:latin typeface="Arial"/>
              <a:ea typeface="Arial"/>
              <a:cs typeface="Arial"/>
              <a:sym typeface="Arial"/>
            </a:endParaRPr>
          </a:p>
        </p:txBody>
      </p:sp>
      <p:pic>
        <p:nvPicPr>
          <p:cNvPr id="140" name="Google Shape;140;p26"/>
          <p:cNvPicPr preferRelativeResize="0"/>
          <p:nvPr/>
        </p:nvPicPr>
        <p:blipFill>
          <a:blip r:embed="rId4">
            <a:alphaModFix/>
          </a:blip>
          <a:stretch>
            <a:fillRect/>
          </a:stretch>
        </p:blipFill>
        <p:spPr>
          <a:xfrm>
            <a:off x="6121475" y="1383287"/>
            <a:ext cx="2974450" cy="23769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44" name="Shape 144"/>
        <p:cNvGrpSpPr/>
        <p:nvPr/>
      </p:nvGrpSpPr>
      <p:grpSpPr>
        <a:xfrm>
          <a:off x="0" y="0"/>
          <a:ext cx="0" cy="0"/>
          <a:chOff x="0" y="0"/>
          <a:chExt cx="0" cy="0"/>
        </a:xfrm>
      </p:grpSpPr>
      <p:sp>
        <p:nvSpPr>
          <p:cNvPr id="145" name="Google Shape;145;p27"/>
          <p:cNvSpPr/>
          <p:nvPr/>
        </p:nvSpPr>
        <p:spPr>
          <a:xfrm>
            <a:off x="7575284" y="3600450"/>
            <a:ext cx="3137432" cy="2057400"/>
          </a:xfrm>
          <a:custGeom>
            <a:rect b="b" l="l" r="r" t="t"/>
            <a:pathLst>
              <a:path extrusionOk="0" h="4114800" w="6274865">
                <a:moveTo>
                  <a:pt x="0" y="0"/>
                </a:moveTo>
                <a:lnTo>
                  <a:pt x="6274864" y="0"/>
                </a:lnTo>
                <a:lnTo>
                  <a:pt x="6274864" y="4114800"/>
                </a:lnTo>
                <a:lnTo>
                  <a:pt x="0" y="4114800"/>
                </a:lnTo>
                <a:lnTo>
                  <a:pt x="0" y="0"/>
                </a:lnTo>
                <a:close/>
              </a:path>
            </a:pathLst>
          </a:custGeom>
          <a:blipFill rotWithShape="1">
            <a:blip r:embed="rId3">
              <a:alphaModFix/>
            </a:blip>
            <a:stretch>
              <a:fillRect b="0" l="0" r="0" t="0"/>
            </a:stretch>
          </a:blipFill>
          <a:ln>
            <a:noFill/>
          </a:ln>
        </p:spPr>
      </p:sp>
      <p:grpSp>
        <p:nvGrpSpPr>
          <p:cNvPr id="146" name="Google Shape;146;p27"/>
          <p:cNvGrpSpPr/>
          <p:nvPr/>
        </p:nvGrpSpPr>
        <p:grpSpPr>
          <a:xfrm>
            <a:off x="142040" y="184534"/>
            <a:ext cx="4162425" cy="3173730"/>
            <a:chOff x="0" y="0"/>
            <a:chExt cx="11099800" cy="8463280"/>
          </a:xfrm>
        </p:grpSpPr>
        <p:sp>
          <p:nvSpPr>
            <p:cNvPr id="147" name="Google Shape;147;p27"/>
            <p:cNvSpPr txBox="1"/>
            <p:nvPr/>
          </p:nvSpPr>
          <p:spPr>
            <a:xfrm>
              <a:off x="0" y="0"/>
              <a:ext cx="11099800" cy="42291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 sz="3500" u="none" cap="none" strike="noStrike">
                  <a:solidFill>
                    <a:srgbClr val="FBF1F2"/>
                  </a:solidFill>
                  <a:latin typeface="Tenor Sans"/>
                  <a:ea typeface="Tenor Sans"/>
                  <a:cs typeface="Tenor Sans"/>
                  <a:sym typeface="Tenor Sans"/>
                </a:rPr>
                <a:t>Insights from Exploratory Data Analysis</a:t>
              </a:r>
              <a:endParaRPr sz="700"/>
            </a:p>
          </p:txBody>
        </p:sp>
        <p:sp>
          <p:nvSpPr>
            <p:cNvPr id="148" name="Google Shape;148;p27"/>
            <p:cNvSpPr txBox="1"/>
            <p:nvPr/>
          </p:nvSpPr>
          <p:spPr>
            <a:xfrm>
              <a:off x="0" y="4991064"/>
              <a:ext cx="11099800" cy="4826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1" i="0" lang="en" sz="1200" u="none" cap="none" strike="noStrike">
                  <a:solidFill>
                    <a:srgbClr val="FBF1F2"/>
                  </a:solidFill>
                  <a:latin typeface="Arial"/>
                  <a:ea typeface="Arial"/>
                  <a:cs typeface="Arial"/>
                  <a:sym typeface="Arial"/>
                </a:rPr>
                <a:t>KEY FINDINGS FROM THE DATASET</a:t>
              </a:r>
              <a:endParaRPr sz="700"/>
            </a:p>
          </p:txBody>
        </p:sp>
        <p:sp>
          <p:nvSpPr>
            <p:cNvPr id="149" name="Google Shape;149;p27"/>
            <p:cNvSpPr txBox="1"/>
            <p:nvPr/>
          </p:nvSpPr>
          <p:spPr>
            <a:xfrm>
              <a:off x="0" y="6010275"/>
              <a:ext cx="11099800" cy="2453005"/>
            </a:xfrm>
            <a:prstGeom prst="rect">
              <a:avLst/>
            </a:prstGeom>
            <a:noFill/>
            <a:ln>
              <a:noFill/>
            </a:ln>
          </p:spPr>
          <p:txBody>
            <a:bodyPr anchorCtr="0" anchor="t" bIns="0" lIns="0" spcFirstLastPara="1" rIns="0" wrap="square" tIns="0">
              <a:spAutoFit/>
            </a:bodyPr>
            <a:lstStyle/>
            <a:p>
              <a:pPr indent="-120650" lvl="1" marL="228600" marR="0" rtl="0" algn="l">
                <a:lnSpc>
                  <a:spcPct val="140000"/>
                </a:lnSpc>
                <a:spcBef>
                  <a:spcPts val="0"/>
                </a:spcBef>
                <a:spcAft>
                  <a:spcPts val="0"/>
                </a:spcAft>
                <a:buClr>
                  <a:srgbClr val="FBF1F2"/>
                </a:buClr>
                <a:buSzPts val="1100"/>
                <a:buFont typeface="Arial"/>
                <a:buChar char="•"/>
              </a:pPr>
              <a:r>
                <a:rPr b="0" i="0" lang="en" sz="1100" u="none" cap="none" strike="noStrike">
                  <a:solidFill>
                    <a:srgbClr val="FBF1F2"/>
                  </a:solidFill>
                  <a:latin typeface="Arial"/>
                  <a:ea typeface="Arial"/>
                  <a:cs typeface="Arial"/>
                  <a:sym typeface="Arial"/>
                </a:rPr>
                <a:t>Identified key trends and patterns</a:t>
              </a:r>
              <a:endParaRPr sz="700"/>
            </a:p>
            <a:p>
              <a:pPr indent="-120650" lvl="1" marL="228600" marR="0" rtl="0" algn="l">
                <a:lnSpc>
                  <a:spcPct val="140000"/>
                </a:lnSpc>
                <a:spcBef>
                  <a:spcPts val="0"/>
                </a:spcBef>
                <a:spcAft>
                  <a:spcPts val="0"/>
                </a:spcAft>
                <a:buClr>
                  <a:srgbClr val="FBF1F2"/>
                </a:buClr>
                <a:buSzPts val="1100"/>
                <a:buFont typeface="Arial"/>
                <a:buChar char="•"/>
              </a:pPr>
              <a:r>
                <a:rPr b="0" i="0" lang="en" sz="1100" u="none" cap="none" strike="noStrike">
                  <a:solidFill>
                    <a:srgbClr val="FBF1F2"/>
                  </a:solidFill>
                  <a:latin typeface="Arial"/>
                  <a:ea typeface="Arial"/>
                  <a:cs typeface="Arial"/>
                  <a:sym typeface="Arial"/>
                </a:rPr>
                <a:t>Analyzed correlations between variables</a:t>
              </a:r>
              <a:endParaRPr sz="700"/>
            </a:p>
            <a:p>
              <a:pPr indent="-120650" lvl="1" marL="228600" marR="0" rtl="0" algn="l">
                <a:lnSpc>
                  <a:spcPct val="140000"/>
                </a:lnSpc>
                <a:spcBef>
                  <a:spcPts val="0"/>
                </a:spcBef>
                <a:spcAft>
                  <a:spcPts val="0"/>
                </a:spcAft>
                <a:buClr>
                  <a:srgbClr val="FBF1F2"/>
                </a:buClr>
                <a:buSzPts val="1100"/>
                <a:buFont typeface="Arial"/>
                <a:buChar char="•"/>
              </a:pPr>
              <a:r>
                <a:rPr b="0" i="0" lang="en" sz="1100" u="none" cap="none" strike="noStrike">
                  <a:solidFill>
                    <a:srgbClr val="FBF1F2"/>
                  </a:solidFill>
                  <a:latin typeface="Arial"/>
                  <a:ea typeface="Arial"/>
                  <a:cs typeface="Arial"/>
                  <a:sym typeface="Arial"/>
                </a:rPr>
                <a:t>Visualized data using graphs and charts</a:t>
              </a:r>
              <a:endParaRPr sz="700"/>
            </a:p>
            <a:p>
              <a:pPr indent="-120650" lvl="1" marL="228600" marR="0" rtl="0" algn="l">
                <a:lnSpc>
                  <a:spcPct val="140000"/>
                </a:lnSpc>
                <a:spcBef>
                  <a:spcPts val="0"/>
                </a:spcBef>
                <a:spcAft>
                  <a:spcPts val="0"/>
                </a:spcAft>
                <a:buClr>
                  <a:srgbClr val="FBF1F2"/>
                </a:buClr>
                <a:buSzPts val="1100"/>
                <a:buFont typeface="Arial"/>
                <a:buChar char="•"/>
              </a:pPr>
              <a:r>
                <a:rPr b="0" i="0" lang="en" sz="1100" u="none" cap="none" strike="noStrike">
                  <a:solidFill>
                    <a:srgbClr val="FBF1F2"/>
                  </a:solidFill>
                  <a:latin typeface="Arial"/>
                  <a:ea typeface="Arial"/>
                  <a:cs typeface="Arial"/>
                  <a:sym typeface="Arial"/>
                </a:rPr>
                <a:t>Highlighted outliers and anomalies present</a:t>
              </a:r>
              <a:endParaRPr sz="700"/>
            </a:p>
            <a:p>
              <a:pPr indent="-120650" lvl="1" marL="228600" marR="0" rtl="0" algn="l">
                <a:lnSpc>
                  <a:spcPct val="140000"/>
                </a:lnSpc>
                <a:spcBef>
                  <a:spcPts val="0"/>
                </a:spcBef>
                <a:spcAft>
                  <a:spcPts val="0"/>
                </a:spcAft>
                <a:buClr>
                  <a:srgbClr val="FBF1F2"/>
                </a:buClr>
                <a:buSzPts val="1100"/>
                <a:buFont typeface="Arial"/>
                <a:buChar char="•"/>
              </a:pPr>
              <a:r>
                <a:rPr b="0" i="0" lang="en" sz="1100" u="none" cap="none" strike="noStrike">
                  <a:solidFill>
                    <a:srgbClr val="FBF1F2"/>
                  </a:solidFill>
                  <a:latin typeface="Arial"/>
                  <a:ea typeface="Arial"/>
                  <a:cs typeface="Arial"/>
                  <a:sym typeface="Arial"/>
                </a:rPr>
                <a:t>Summarized statistical findings for clarity</a:t>
              </a:r>
              <a:endParaRPr sz="700"/>
            </a:p>
          </p:txBody>
        </p:sp>
      </p:grpSp>
      <p:pic>
        <p:nvPicPr>
          <p:cNvPr id="150" name="Google Shape;150;p27"/>
          <p:cNvPicPr preferRelativeResize="0"/>
          <p:nvPr/>
        </p:nvPicPr>
        <p:blipFill>
          <a:blip r:embed="rId4">
            <a:alphaModFix/>
          </a:blip>
          <a:stretch>
            <a:fillRect/>
          </a:stretch>
        </p:blipFill>
        <p:spPr>
          <a:xfrm>
            <a:off x="445800" y="3658600"/>
            <a:ext cx="2846800" cy="1319750"/>
          </a:xfrm>
          <a:prstGeom prst="rect">
            <a:avLst/>
          </a:prstGeom>
          <a:noFill/>
          <a:ln>
            <a:noFill/>
          </a:ln>
        </p:spPr>
      </p:pic>
      <p:pic>
        <p:nvPicPr>
          <p:cNvPr id="151" name="Google Shape;151;p27"/>
          <p:cNvPicPr preferRelativeResize="0"/>
          <p:nvPr/>
        </p:nvPicPr>
        <p:blipFill>
          <a:blip r:embed="rId5">
            <a:alphaModFix/>
          </a:blip>
          <a:stretch>
            <a:fillRect/>
          </a:stretch>
        </p:blipFill>
        <p:spPr>
          <a:xfrm>
            <a:off x="4095277" y="2449525"/>
            <a:ext cx="3684300" cy="2473800"/>
          </a:xfrm>
          <a:prstGeom prst="rect">
            <a:avLst/>
          </a:prstGeom>
          <a:noFill/>
          <a:ln>
            <a:noFill/>
          </a:ln>
        </p:spPr>
      </p:pic>
      <p:pic>
        <p:nvPicPr>
          <p:cNvPr id="152" name="Google Shape;152;p27"/>
          <p:cNvPicPr preferRelativeResize="0"/>
          <p:nvPr/>
        </p:nvPicPr>
        <p:blipFill>
          <a:blip r:embed="rId6">
            <a:alphaModFix/>
          </a:blip>
          <a:stretch>
            <a:fillRect/>
          </a:stretch>
        </p:blipFill>
        <p:spPr>
          <a:xfrm>
            <a:off x="5528575" y="184523"/>
            <a:ext cx="3137451" cy="19522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56" name="Shape 156"/>
        <p:cNvGrpSpPr/>
        <p:nvPr/>
      </p:nvGrpSpPr>
      <p:grpSpPr>
        <a:xfrm>
          <a:off x="0" y="0"/>
          <a:ext cx="0" cy="0"/>
          <a:chOff x="0" y="0"/>
          <a:chExt cx="0" cy="0"/>
        </a:xfrm>
      </p:grpSpPr>
      <p:sp>
        <p:nvSpPr>
          <p:cNvPr id="157" name="Google Shape;157;p28"/>
          <p:cNvSpPr txBox="1"/>
          <p:nvPr/>
        </p:nvSpPr>
        <p:spPr>
          <a:xfrm>
            <a:off x="333375" y="2642009"/>
            <a:ext cx="4881563" cy="147891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 sz="1400" u="none" cap="none" strike="noStrike">
                <a:solidFill>
                  <a:srgbClr val="FBF1F2"/>
                </a:solidFill>
                <a:latin typeface="Arial"/>
                <a:ea typeface="Arial"/>
                <a:cs typeface="Arial"/>
                <a:sym typeface="Arial"/>
              </a:rPr>
              <a:t>The best predictive model is the **Base Decision Tree** (or any perfect-scoring model with base features). The Decision Tree is preferred because it achieves 100% accuracy and provides the simplest, most transparent decision rule (a single split), offering maximum interpretability without sacrificing performance.</a:t>
            </a:r>
            <a:endParaRPr sz="700"/>
          </a:p>
        </p:txBody>
      </p:sp>
      <p:sp>
        <p:nvSpPr>
          <p:cNvPr id="158" name="Google Shape;158;p28"/>
          <p:cNvSpPr txBox="1"/>
          <p:nvPr/>
        </p:nvSpPr>
        <p:spPr>
          <a:xfrm>
            <a:off x="333375" y="781050"/>
            <a:ext cx="4881563" cy="1583922"/>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 sz="3500" u="none" cap="none" strike="noStrike">
                <a:solidFill>
                  <a:srgbClr val="FBF1F2"/>
                </a:solidFill>
                <a:latin typeface="Tenor Sans"/>
                <a:ea typeface="Tenor Sans"/>
                <a:cs typeface="Tenor Sans"/>
                <a:sym typeface="Tenor Sans"/>
              </a:rPr>
              <a:t>Machine Learning Model 1: K-Means Clustering </a:t>
            </a:r>
            <a:endParaRPr sz="700"/>
          </a:p>
        </p:txBody>
      </p:sp>
      <p:pic>
        <p:nvPicPr>
          <p:cNvPr id="159" name="Google Shape;159;p28"/>
          <p:cNvPicPr preferRelativeResize="0"/>
          <p:nvPr/>
        </p:nvPicPr>
        <p:blipFill>
          <a:blip r:embed="rId3">
            <a:alphaModFix/>
          </a:blip>
          <a:stretch>
            <a:fillRect/>
          </a:stretch>
        </p:blipFill>
        <p:spPr>
          <a:xfrm>
            <a:off x="5367338" y="152400"/>
            <a:ext cx="3213660" cy="2365783"/>
          </a:xfrm>
          <a:prstGeom prst="rect">
            <a:avLst/>
          </a:prstGeom>
          <a:noFill/>
          <a:ln>
            <a:noFill/>
          </a:ln>
        </p:spPr>
      </p:pic>
      <p:pic>
        <p:nvPicPr>
          <p:cNvPr id="160" name="Google Shape;160;p28"/>
          <p:cNvPicPr preferRelativeResize="0"/>
          <p:nvPr/>
        </p:nvPicPr>
        <p:blipFill>
          <a:blip r:embed="rId4">
            <a:alphaModFix/>
          </a:blip>
          <a:stretch>
            <a:fillRect/>
          </a:stretch>
        </p:blipFill>
        <p:spPr>
          <a:xfrm>
            <a:off x="5718267" y="2642000"/>
            <a:ext cx="2641689" cy="2365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64" name="Shape 164"/>
        <p:cNvGrpSpPr/>
        <p:nvPr/>
      </p:nvGrpSpPr>
      <p:grpSpPr>
        <a:xfrm>
          <a:off x="0" y="0"/>
          <a:ext cx="0" cy="0"/>
          <a:chOff x="0" y="0"/>
          <a:chExt cx="0" cy="0"/>
        </a:xfrm>
      </p:grpSpPr>
      <p:sp>
        <p:nvSpPr>
          <p:cNvPr id="165" name="Google Shape;165;p29"/>
          <p:cNvSpPr txBox="1"/>
          <p:nvPr/>
        </p:nvSpPr>
        <p:spPr>
          <a:xfrm>
            <a:off x="333375" y="2185316"/>
            <a:ext cx="4881563" cy="2132648"/>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 sz="1300" u="none" cap="none" strike="noStrike">
                <a:solidFill>
                  <a:srgbClr val="FBF1F2"/>
                </a:solidFill>
                <a:latin typeface="Arial"/>
                <a:ea typeface="Arial"/>
                <a:cs typeface="Arial"/>
                <a:sym typeface="Arial"/>
              </a:rPr>
              <a:t>Naive Bayes Base Accuracy: 1.0</a:t>
            </a:r>
            <a:endParaRPr sz="700"/>
          </a:p>
          <a:p>
            <a:pPr indent="0" lvl="0" marL="0" marR="0" rtl="0" algn="l">
              <a:lnSpc>
                <a:spcPct val="140014"/>
              </a:lnSpc>
              <a:spcBef>
                <a:spcPts val="0"/>
              </a:spcBef>
              <a:spcAft>
                <a:spcPts val="0"/>
              </a:spcAft>
              <a:buNone/>
            </a:pPr>
            <a:r>
              <a:rPr b="1" i="0" lang="en" sz="1300" u="none" cap="none" strike="noStrike">
                <a:solidFill>
                  <a:srgbClr val="FBF1F2"/>
                </a:solidFill>
                <a:latin typeface="Arial"/>
                <a:ea typeface="Arial"/>
                <a:cs typeface="Arial"/>
                <a:sym typeface="Arial"/>
              </a:rPr>
              <a:t>Naive Bayes Seasonality Accuracy: 1.0</a:t>
            </a:r>
            <a:endParaRPr sz="700"/>
          </a:p>
          <a:p>
            <a:pPr indent="0" lvl="0" marL="0" marR="0" rtl="0" algn="l">
              <a:lnSpc>
                <a:spcPct val="140014"/>
              </a:lnSpc>
              <a:spcBef>
                <a:spcPts val="0"/>
              </a:spcBef>
              <a:spcAft>
                <a:spcPts val="0"/>
              </a:spcAft>
              <a:buNone/>
            </a:pPr>
            <a:r>
              <a:t/>
            </a:r>
            <a:endParaRPr b="1" i="0" sz="1300" u="none" cap="none" strike="noStrike">
              <a:solidFill>
                <a:srgbClr val="FBF1F2"/>
              </a:solidFill>
              <a:latin typeface="Arial"/>
              <a:ea typeface="Arial"/>
              <a:cs typeface="Arial"/>
              <a:sym typeface="Arial"/>
            </a:endParaRPr>
          </a:p>
          <a:p>
            <a:pPr indent="0" lvl="0" marL="0" marR="0" rtl="0" algn="l">
              <a:lnSpc>
                <a:spcPct val="140014"/>
              </a:lnSpc>
              <a:spcBef>
                <a:spcPts val="0"/>
              </a:spcBef>
              <a:spcAft>
                <a:spcPts val="0"/>
              </a:spcAft>
              <a:buNone/>
            </a:pPr>
            <a:r>
              <a:rPr b="1" i="0" lang="en" sz="1300" u="none" cap="none" strike="noStrike">
                <a:solidFill>
                  <a:srgbClr val="FBF1F2"/>
                </a:solidFill>
                <a:latin typeface="Arial"/>
                <a:ea typeface="Arial"/>
                <a:cs typeface="Arial"/>
                <a:sym typeface="Arial"/>
              </a:rPr>
              <a:t>Overall Conclusion The Naive Bayes model is an ideal classifier for this problem, achieving 100% accuracy in distinguishing between the two classes. Given the perfect result, the simpler Base NB model is the most efficient choice, as the added complexity of seasonality features provides no benefit.</a:t>
            </a:r>
            <a:endParaRPr sz="700"/>
          </a:p>
        </p:txBody>
      </p:sp>
      <p:sp>
        <p:nvSpPr>
          <p:cNvPr id="166" name="Google Shape;166;p29"/>
          <p:cNvSpPr txBox="1"/>
          <p:nvPr/>
        </p:nvSpPr>
        <p:spPr>
          <a:xfrm>
            <a:off x="333375" y="781050"/>
            <a:ext cx="4881563" cy="1055947"/>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 sz="3500" u="none" cap="none" strike="noStrike">
                <a:solidFill>
                  <a:srgbClr val="FBF1F2"/>
                </a:solidFill>
                <a:latin typeface="Tenor Sans"/>
                <a:ea typeface="Tenor Sans"/>
                <a:cs typeface="Tenor Sans"/>
                <a:sym typeface="Tenor Sans"/>
              </a:rPr>
              <a:t>Machine Learning Model 2: Naive Bayes</a:t>
            </a:r>
            <a:endParaRPr sz="700"/>
          </a:p>
        </p:txBody>
      </p:sp>
      <p:pic>
        <p:nvPicPr>
          <p:cNvPr id="167" name="Google Shape;167;p29"/>
          <p:cNvPicPr preferRelativeResize="0"/>
          <p:nvPr/>
        </p:nvPicPr>
        <p:blipFill>
          <a:blip r:embed="rId3">
            <a:alphaModFix/>
          </a:blip>
          <a:stretch>
            <a:fillRect/>
          </a:stretch>
        </p:blipFill>
        <p:spPr>
          <a:xfrm>
            <a:off x="5283213" y="1462300"/>
            <a:ext cx="3624263" cy="193665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71" name="Shape 171"/>
        <p:cNvGrpSpPr/>
        <p:nvPr/>
      </p:nvGrpSpPr>
      <p:grpSpPr>
        <a:xfrm>
          <a:off x="0" y="0"/>
          <a:ext cx="0" cy="0"/>
          <a:chOff x="0" y="0"/>
          <a:chExt cx="0" cy="0"/>
        </a:xfrm>
      </p:grpSpPr>
      <p:sp>
        <p:nvSpPr>
          <p:cNvPr id="172" name="Google Shape;172;p30"/>
          <p:cNvSpPr txBox="1"/>
          <p:nvPr/>
        </p:nvSpPr>
        <p:spPr>
          <a:xfrm>
            <a:off x="333375" y="2635517"/>
            <a:ext cx="4881600" cy="2441400"/>
          </a:xfrm>
          <a:prstGeom prst="rect">
            <a:avLst/>
          </a:prstGeom>
          <a:noFill/>
          <a:ln>
            <a:noFill/>
          </a:ln>
        </p:spPr>
        <p:txBody>
          <a:bodyPr anchorCtr="0" anchor="t" bIns="0" lIns="0" spcFirstLastPara="1" rIns="0" wrap="square" tIns="0">
            <a:spAutoFit/>
          </a:bodyPr>
          <a:lstStyle/>
          <a:p>
            <a:pPr indent="0" lvl="0" marL="0" marR="0" rtl="0" algn="l">
              <a:lnSpc>
                <a:spcPct val="140015"/>
              </a:lnSpc>
              <a:spcBef>
                <a:spcPts val="0"/>
              </a:spcBef>
              <a:spcAft>
                <a:spcPts val="0"/>
              </a:spcAft>
              <a:buNone/>
            </a:pPr>
            <a:r>
              <a:rPr b="1" i="0" lang="en" sz="1300" u="none" cap="none" strike="noStrike">
                <a:solidFill>
                  <a:srgbClr val="FBF1F2"/>
                </a:solidFill>
                <a:latin typeface="Arial"/>
                <a:ea typeface="Arial"/>
                <a:cs typeface="Arial"/>
                <a:sym typeface="Arial"/>
              </a:rPr>
              <a:t>SVM Base Model Accuracy: 0.</a:t>
            </a:r>
            <a:r>
              <a:rPr b="1" lang="en" sz="1300">
                <a:solidFill>
                  <a:srgbClr val="FBF1F2"/>
                </a:solidFill>
              </a:rPr>
              <a:t>758</a:t>
            </a:r>
            <a:endParaRPr sz="700"/>
          </a:p>
          <a:p>
            <a:pPr indent="0" lvl="0" marL="0" marR="0" rtl="0" algn="l">
              <a:lnSpc>
                <a:spcPct val="140015"/>
              </a:lnSpc>
              <a:spcBef>
                <a:spcPts val="0"/>
              </a:spcBef>
              <a:spcAft>
                <a:spcPts val="0"/>
              </a:spcAft>
              <a:buNone/>
            </a:pPr>
            <a:r>
              <a:rPr b="1" i="0" lang="en" sz="1300" u="none" cap="none" strike="noStrike">
                <a:solidFill>
                  <a:srgbClr val="FBF1F2"/>
                </a:solidFill>
                <a:latin typeface="Arial"/>
                <a:ea typeface="Arial"/>
                <a:cs typeface="Arial"/>
                <a:sym typeface="Arial"/>
              </a:rPr>
              <a:t>SVM Seasonality Model Accuracy: 0.</a:t>
            </a:r>
            <a:r>
              <a:rPr b="1" lang="en" sz="1300">
                <a:solidFill>
                  <a:srgbClr val="FBF1F2"/>
                </a:solidFill>
              </a:rPr>
              <a:t>758</a:t>
            </a:r>
            <a:endParaRPr sz="700"/>
          </a:p>
          <a:p>
            <a:pPr indent="0" lvl="0" marL="0" marR="0" rtl="0" algn="l">
              <a:lnSpc>
                <a:spcPct val="140015"/>
              </a:lnSpc>
              <a:spcBef>
                <a:spcPts val="0"/>
              </a:spcBef>
              <a:spcAft>
                <a:spcPts val="0"/>
              </a:spcAft>
              <a:buNone/>
            </a:pPr>
            <a:r>
              <a:t/>
            </a:r>
            <a:endParaRPr b="1" i="0" sz="1300" u="none" cap="none" strike="noStrike">
              <a:solidFill>
                <a:srgbClr val="FBF1F2"/>
              </a:solidFill>
              <a:latin typeface="Arial"/>
              <a:ea typeface="Arial"/>
              <a:cs typeface="Arial"/>
              <a:sym typeface="Arial"/>
            </a:endParaRPr>
          </a:p>
          <a:p>
            <a:pPr indent="0" lvl="0" marL="0" marR="0" rtl="0" algn="l">
              <a:lnSpc>
                <a:spcPct val="140015"/>
              </a:lnSpc>
              <a:spcBef>
                <a:spcPts val="0"/>
              </a:spcBef>
              <a:spcAft>
                <a:spcPts val="0"/>
              </a:spcAft>
              <a:buNone/>
            </a:pPr>
            <a:r>
              <a:rPr b="1" i="0" lang="en" sz="1300" u="none" cap="none" strike="noStrike">
                <a:solidFill>
                  <a:srgbClr val="FBF1F2"/>
                </a:solidFill>
                <a:latin typeface="Arial"/>
                <a:ea typeface="Arial"/>
                <a:cs typeface="Arial"/>
                <a:sym typeface="Arial"/>
              </a:rPr>
              <a:t>Summary The SVM model is a poor classifier compared to the others tested (Logistic Regression, Naive Bayes), suggesting that the data is not easily separable by a fixed linear or polynomial boundary. Furthermore, the Base SVM is superior, confirming that the seasonality features are **detrimental to the SVM’s performance**.</a:t>
            </a:r>
            <a:endParaRPr sz="700"/>
          </a:p>
        </p:txBody>
      </p:sp>
      <p:sp>
        <p:nvSpPr>
          <p:cNvPr id="173" name="Google Shape;173;p30"/>
          <p:cNvSpPr txBox="1"/>
          <p:nvPr/>
        </p:nvSpPr>
        <p:spPr>
          <a:xfrm>
            <a:off x="333375" y="781050"/>
            <a:ext cx="4881563" cy="1583922"/>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 sz="3500" u="none" cap="none" strike="noStrike">
                <a:solidFill>
                  <a:srgbClr val="FBF1F2"/>
                </a:solidFill>
                <a:latin typeface="Tenor Sans"/>
                <a:ea typeface="Tenor Sans"/>
                <a:cs typeface="Tenor Sans"/>
                <a:sym typeface="Tenor Sans"/>
              </a:rPr>
              <a:t>Machine Learning Model 3: Support Vector Machine</a:t>
            </a:r>
            <a:endParaRPr sz="700"/>
          </a:p>
        </p:txBody>
      </p:sp>
      <p:pic>
        <p:nvPicPr>
          <p:cNvPr id="174" name="Google Shape;174;p30"/>
          <p:cNvPicPr preferRelativeResize="0"/>
          <p:nvPr/>
        </p:nvPicPr>
        <p:blipFill>
          <a:blip r:embed="rId3">
            <a:alphaModFix/>
          </a:blip>
          <a:stretch>
            <a:fillRect/>
          </a:stretch>
        </p:blipFill>
        <p:spPr>
          <a:xfrm>
            <a:off x="4717465" y="937276"/>
            <a:ext cx="4214037" cy="2205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78" name="Shape 178"/>
        <p:cNvGrpSpPr/>
        <p:nvPr/>
      </p:nvGrpSpPr>
      <p:grpSpPr>
        <a:xfrm>
          <a:off x="0" y="0"/>
          <a:ext cx="0" cy="0"/>
          <a:chOff x="0" y="0"/>
          <a:chExt cx="0" cy="0"/>
        </a:xfrm>
      </p:grpSpPr>
      <p:sp>
        <p:nvSpPr>
          <p:cNvPr id="179" name="Google Shape;179;p31"/>
          <p:cNvSpPr txBox="1"/>
          <p:nvPr/>
        </p:nvSpPr>
        <p:spPr>
          <a:xfrm>
            <a:off x="333375" y="2635517"/>
            <a:ext cx="4881563" cy="218281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 sz="1200" u="none" cap="none" strike="noStrike">
                <a:solidFill>
                  <a:srgbClr val="FBF1F2"/>
                </a:solidFill>
                <a:latin typeface="Arial"/>
                <a:ea typeface="Arial"/>
                <a:cs typeface="Arial"/>
                <a:sym typeface="Arial"/>
              </a:rPr>
              <a:t>Logistic Regression Base Accuracy: 1.0</a:t>
            </a:r>
            <a:endParaRPr sz="700"/>
          </a:p>
          <a:p>
            <a:pPr indent="0" lvl="0" marL="0" marR="0" rtl="0" algn="l">
              <a:lnSpc>
                <a:spcPct val="140016"/>
              </a:lnSpc>
              <a:spcBef>
                <a:spcPts val="0"/>
              </a:spcBef>
              <a:spcAft>
                <a:spcPts val="0"/>
              </a:spcAft>
              <a:buNone/>
            </a:pPr>
            <a:r>
              <a:rPr b="1" i="0" lang="en" sz="1200" u="none" cap="none" strike="noStrike">
                <a:solidFill>
                  <a:srgbClr val="FBF1F2"/>
                </a:solidFill>
                <a:latin typeface="Arial"/>
                <a:ea typeface="Arial"/>
                <a:cs typeface="Arial"/>
                <a:sym typeface="Arial"/>
              </a:rPr>
              <a:t>Logistic Regression Seasonality Accuracy: 1.0</a:t>
            </a:r>
            <a:endParaRPr sz="700"/>
          </a:p>
          <a:p>
            <a:pPr indent="0" lvl="0" marL="0" marR="0" rtl="0" algn="l">
              <a:lnSpc>
                <a:spcPct val="140016"/>
              </a:lnSpc>
              <a:spcBef>
                <a:spcPts val="0"/>
              </a:spcBef>
              <a:spcAft>
                <a:spcPts val="0"/>
              </a:spcAft>
              <a:buNone/>
            </a:pPr>
            <a:r>
              <a:t/>
            </a:r>
            <a:endParaRPr b="1" i="0" sz="1200" u="none" cap="none" strike="noStrike">
              <a:solidFill>
                <a:srgbClr val="FBF1F2"/>
              </a:solidFill>
              <a:latin typeface="Arial"/>
              <a:ea typeface="Arial"/>
              <a:cs typeface="Arial"/>
              <a:sym typeface="Arial"/>
            </a:endParaRPr>
          </a:p>
          <a:p>
            <a:pPr indent="0" lvl="0" marL="0" marR="0" rtl="0" algn="l">
              <a:lnSpc>
                <a:spcPct val="140016"/>
              </a:lnSpc>
              <a:spcBef>
                <a:spcPts val="0"/>
              </a:spcBef>
              <a:spcAft>
                <a:spcPts val="0"/>
              </a:spcAft>
              <a:buNone/>
            </a:pPr>
            <a:r>
              <a:rPr b="1" i="0" lang="en" sz="1200" u="none" cap="none" strike="noStrike">
                <a:solidFill>
                  <a:srgbClr val="FBF1F2"/>
                </a:solidFill>
                <a:latin typeface="Arial"/>
                <a:ea typeface="Arial"/>
                <a:cs typeface="Arial"/>
                <a:sym typeface="Arial"/>
              </a:rPr>
              <a:t>Overall Conclusion Logistic Regression is an ideal classifier for this problem, achieving 100% accuracy. Similar to the Naive Bayes results, this performance suggests that the underlying relationship between the input features and the target class is simple and highly distinct. The Base LR model is the most parsimonious choice due to its perfect performance with fewer features.</a:t>
            </a:r>
            <a:endParaRPr sz="700"/>
          </a:p>
        </p:txBody>
      </p:sp>
      <p:sp>
        <p:nvSpPr>
          <p:cNvPr id="180" name="Google Shape;180;p31"/>
          <p:cNvSpPr txBox="1"/>
          <p:nvPr/>
        </p:nvSpPr>
        <p:spPr>
          <a:xfrm>
            <a:off x="333375" y="781050"/>
            <a:ext cx="4881563" cy="1583922"/>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 sz="3500" u="none" cap="none" strike="noStrike">
                <a:solidFill>
                  <a:srgbClr val="FBF1F2"/>
                </a:solidFill>
                <a:latin typeface="Tenor Sans"/>
                <a:ea typeface="Tenor Sans"/>
                <a:cs typeface="Tenor Sans"/>
                <a:sym typeface="Tenor Sans"/>
              </a:rPr>
              <a:t>Machine Learning Model 4:  Logistic Regression</a:t>
            </a:r>
            <a:endParaRPr sz="700"/>
          </a:p>
        </p:txBody>
      </p:sp>
      <p:pic>
        <p:nvPicPr>
          <p:cNvPr id="181" name="Google Shape;181;p31"/>
          <p:cNvPicPr preferRelativeResize="0"/>
          <p:nvPr/>
        </p:nvPicPr>
        <p:blipFill>
          <a:blip r:embed="rId3">
            <a:alphaModFix/>
          </a:blip>
          <a:stretch>
            <a:fillRect/>
          </a:stretch>
        </p:blipFill>
        <p:spPr>
          <a:xfrm>
            <a:off x="5085825" y="713850"/>
            <a:ext cx="3809624" cy="2595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85" name="Shape 185"/>
        <p:cNvGrpSpPr/>
        <p:nvPr/>
      </p:nvGrpSpPr>
      <p:grpSpPr>
        <a:xfrm>
          <a:off x="0" y="0"/>
          <a:ext cx="0" cy="0"/>
          <a:chOff x="0" y="0"/>
          <a:chExt cx="0" cy="0"/>
        </a:xfrm>
      </p:grpSpPr>
      <p:sp>
        <p:nvSpPr>
          <p:cNvPr id="186" name="Google Shape;186;p32"/>
          <p:cNvSpPr txBox="1"/>
          <p:nvPr/>
        </p:nvSpPr>
        <p:spPr>
          <a:xfrm>
            <a:off x="400905" y="2455436"/>
            <a:ext cx="4881563" cy="2401888"/>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 sz="1200" u="none" cap="none" strike="noStrike">
                <a:solidFill>
                  <a:srgbClr val="FBF1F2"/>
                </a:solidFill>
                <a:latin typeface="Arial"/>
                <a:ea typeface="Arial"/>
                <a:cs typeface="Arial"/>
                <a:sym typeface="Arial"/>
              </a:rPr>
              <a:t>Random Forest Base Model Accuracy: 1.0</a:t>
            </a:r>
            <a:endParaRPr sz="700"/>
          </a:p>
          <a:p>
            <a:pPr indent="0" lvl="0" marL="0" marR="0" rtl="0" algn="l">
              <a:lnSpc>
                <a:spcPct val="140016"/>
              </a:lnSpc>
              <a:spcBef>
                <a:spcPts val="0"/>
              </a:spcBef>
              <a:spcAft>
                <a:spcPts val="0"/>
              </a:spcAft>
              <a:buNone/>
            </a:pPr>
            <a:r>
              <a:rPr b="1" i="0" lang="en" sz="1200" u="none" cap="none" strike="noStrike">
                <a:solidFill>
                  <a:srgbClr val="FBF1F2"/>
                </a:solidFill>
                <a:latin typeface="Arial"/>
                <a:ea typeface="Arial"/>
                <a:cs typeface="Arial"/>
                <a:sym typeface="Arial"/>
              </a:rPr>
              <a:t>Random Forest Seasonality Model Accuracy: 1.0</a:t>
            </a:r>
            <a:endParaRPr sz="700"/>
          </a:p>
          <a:p>
            <a:pPr indent="0" lvl="0" marL="0" marR="0" rtl="0" algn="l">
              <a:lnSpc>
                <a:spcPct val="140016"/>
              </a:lnSpc>
              <a:spcBef>
                <a:spcPts val="0"/>
              </a:spcBef>
              <a:spcAft>
                <a:spcPts val="0"/>
              </a:spcAft>
              <a:buNone/>
            </a:pPr>
            <a:r>
              <a:t/>
            </a:r>
            <a:endParaRPr b="1" i="0" sz="1200" u="none" cap="none" strike="noStrike">
              <a:solidFill>
                <a:srgbClr val="FBF1F2"/>
              </a:solidFill>
              <a:latin typeface="Arial"/>
              <a:ea typeface="Arial"/>
              <a:cs typeface="Arial"/>
              <a:sym typeface="Arial"/>
            </a:endParaRPr>
          </a:p>
          <a:p>
            <a:pPr indent="0" lvl="0" marL="0" marR="0" rtl="0" algn="l">
              <a:lnSpc>
                <a:spcPct val="140016"/>
              </a:lnSpc>
              <a:spcBef>
                <a:spcPts val="0"/>
              </a:spcBef>
              <a:spcAft>
                <a:spcPts val="0"/>
              </a:spcAft>
              <a:buNone/>
            </a:pPr>
            <a:r>
              <a:rPr b="1" i="0" lang="en" sz="1200" u="none" cap="none" strike="noStrike">
                <a:solidFill>
                  <a:srgbClr val="FBF1F2"/>
                </a:solidFill>
                <a:latin typeface="Arial"/>
                <a:ea typeface="Arial"/>
                <a:cs typeface="Arial"/>
                <a:sym typeface="Arial"/>
              </a:rPr>
              <a:t>Overall Conclusion The Random Forest classifier performed perfectly, confirming the results from other robust models. Since the Decision Tree achieved perfect performance with a single simple split on the gap feature, the Random Forest ensemble technique, while more complex, does not offer a predictive advantage here. Given the perfect scores, the Base RF model is the preferred choice for its simplicity over the Seasonality RF model. </a:t>
            </a:r>
            <a:endParaRPr sz="700"/>
          </a:p>
        </p:txBody>
      </p:sp>
      <p:sp>
        <p:nvSpPr>
          <p:cNvPr id="187" name="Google Shape;187;p32"/>
          <p:cNvSpPr txBox="1"/>
          <p:nvPr/>
        </p:nvSpPr>
        <p:spPr>
          <a:xfrm>
            <a:off x="333375" y="781050"/>
            <a:ext cx="4881600" cy="1831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 sz="3500" u="none" cap="none" strike="noStrike">
                <a:solidFill>
                  <a:srgbClr val="FBF1F2"/>
                </a:solidFill>
                <a:latin typeface="Tenor Sans"/>
                <a:ea typeface="Tenor Sans"/>
                <a:cs typeface="Tenor Sans"/>
                <a:sym typeface="Tenor Sans"/>
              </a:rPr>
              <a:t>Machine Learning Model </a:t>
            </a:r>
            <a:r>
              <a:rPr lang="en" sz="3500">
                <a:solidFill>
                  <a:srgbClr val="FBF1F2"/>
                </a:solidFill>
                <a:latin typeface="Tenor Sans"/>
                <a:ea typeface="Tenor Sans"/>
                <a:cs typeface="Tenor Sans"/>
                <a:sym typeface="Tenor Sans"/>
              </a:rPr>
              <a:t>5</a:t>
            </a:r>
            <a:r>
              <a:rPr b="0" i="0" lang="en" sz="3500" u="none" cap="none" strike="noStrike">
                <a:solidFill>
                  <a:srgbClr val="FBF1F2"/>
                </a:solidFill>
                <a:latin typeface="Tenor Sans"/>
                <a:ea typeface="Tenor Sans"/>
                <a:cs typeface="Tenor Sans"/>
                <a:sym typeface="Tenor Sans"/>
              </a:rPr>
              <a:t>: Random Forest</a:t>
            </a:r>
            <a:endParaRPr sz="700"/>
          </a:p>
        </p:txBody>
      </p:sp>
      <p:pic>
        <p:nvPicPr>
          <p:cNvPr id="188" name="Google Shape;188;p32"/>
          <p:cNvPicPr preferRelativeResize="0"/>
          <p:nvPr/>
        </p:nvPicPr>
        <p:blipFill>
          <a:blip r:embed="rId3">
            <a:alphaModFix/>
          </a:blip>
          <a:stretch>
            <a:fillRect/>
          </a:stretch>
        </p:blipFill>
        <p:spPr>
          <a:xfrm>
            <a:off x="4845475" y="954200"/>
            <a:ext cx="4298524" cy="2199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92" name="Shape 192"/>
        <p:cNvGrpSpPr/>
        <p:nvPr/>
      </p:nvGrpSpPr>
      <p:grpSpPr>
        <a:xfrm>
          <a:off x="0" y="0"/>
          <a:ext cx="0" cy="0"/>
          <a:chOff x="0" y="0"/>
          <a:chExt cx="0" cy="0"/>
        </a:xfrm>
      </p:grpSpPr>
      <p:sp>
        <p:nvSpPr>
          <p:cNvPr id="193" name="Google Shape;193;p33"/>
          <p:cNvSpPr txBox="1"/>
          <p:nvPr/>
        </p:nvSpPr>
        <p:spPr>
          <a:xfrm>
            <a:off x="164549" y="1935978"/>
            <a:ext cx="4881563" cy="2994978"/>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 Neural Network (MLP) Classification ===</a:t>
            </a:r>
            <a:endParaRPr sz="700"/>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Base MLP Accuracy: 0.59</a:t>
            </a:r>
            <a:endParaRPr sz="700"/>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Seasonality MLP Accuracy: 0.571</a:t>
            </a:r>
            <a:endParaRPr sz="700"/>
          </a:p>
          <a:p>
            <a:pPr indent="0" lvl="0" marL="0" marR="0" rtl="0" algn="l">
              <a:lnSpc>
                <a:spcPct val="140017"/>
              </a:lnSpc>
              <a:spcBef>
                <a:spcPts val="0"/>
              </a:spcBef>
              <a:spcAft>
                <a:spcPts val="0"/>
              </a:spcAft>
              <a:buNone/>
            </a:pPr>
            <a:r>
              <a:t/>
            </a:r>
            <a:endParaRPr b="1" i="0" sz="1100" u="none" cap="none" strike="noStrike">
              <a:solidFill>
                <a:srgbClr val="FBF1F2"/>
              </a:solidFill>
              <a:latin typeface="Arial"/>
              <a:ea typeface="Arial"/>
              <a:cs typeface="Arial"/>
              <a:sym typeface="Arial"/>
            </a:endParaRPr>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 Neural Network (MLP) Regression ===</a:t>
            </a:r>
            <a:endParaRPr sz="700"/>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Base MLP RMSE: 0.878</a:t>
            </a:r>
            <a:endParaRPr sz="700"/>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Base MLP R²: 0.999</a:t>
            </a:r>
            <a:endParaRPr sz="700"/>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Seasonality MLP RMSE: 3.165</a:t>
            </a:r>
            <a:endParaRPr sz="700"/>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Seasonality MLP R²: 0.987</a:t>
            </a:r>
            <a:endParaRPr sz="700"/>
          </a:p>
          <a:p>
            <a:pPr indent="0" lvl="0" marL="0" marR="0" rtl="0" algn="l">
              <a:lnSpc>
                <a:spcPct val="140017"/>
              </a:lnSpc>
              <a:spcBef>
                <a:spcPts val="0"/>
              </a:spcBef>
              <a:spcAft>
                <a:spcPts val="0"/>
              </a:spcAft>
              <a:buNone/>
            </a:pPr>
            <a:r>
              <a:t/>
            </a:r>
            <a:endParaRPr b="1" i="0" sz="1100" u="none" cap="none" strike="noStrike">
              <a:solidFill>
                <a:srgbClr val="FBF1F2"/>
              </a:solidFill>
              <a:latin typeface="Arial"/>
              <a:ea typeface="Arial"/>
              <a:cs typeface="Arial"/>
              <a:sym typeface="Arial"/>
            </a:endParaRPr>
          </a:p>
          <a:p>
            <a:pPr indent="0" lvl="0" marL="0" marR="0" rtl="0" algn="l">
              <a:lnSpc>
                <a:spcPct val="140017"/>
              </a:lnSpc>
              <a:spcBef>
                <a:spcPts val="0"/>
              </a:spcBef>
              <a:spcAft>
                <a:spcPts val="0"/>
              </a:spcAft>
              <a:buNone/>
            </a:pPr>
            <a:r>
              <a:rPr b="1" i="0" lang="en" sz="1100" u="none" cap="none" strike="noStrike">
                <a:solidFill>
                  <a:srgbClr val="FBF1F2"/>
                </a:solidFill>
                <a:latin typeface="Arial"/>
                <a:ea typeface="Arial"/>
                <a:cs typeface="Arial"/>
                <a:sym typeface="Arial"/>
              </a:rPr>
              <a:t>The MLP model was a classification failure but an excellent regressor (Base MLP), closely matching Linear Regression. The addition of the Seasonality features severely degraded performance in both tasks, confirming the Base MLP as the superior choice for energy forecasting.</a:t>
            </a:r>
            <a:endParaRPr sz="700"/>
          </a:p>
          <a:p>
            <a:pPr indent="0" lvl="0" marL="0" marR="0" rtl="0" algn="l">
              <a:lnSpc>
                <a:spcPct val="140017"/>
              </a:lnSpc>
              <a:spcBef>
                <a:spcPts val="0"/>
              </a:spcBef>
              <a:spcAft>
                <a:spcPts val="0"/>
              </a:spcAft>
              <a:buNone/>
            </a:pPr>
            <a:r>
              <a:t/>
            </a:r>
            <a:endParaRPr b="1" i="0" sz="1100" u="none" cap="none" strike="noStrike">
              <a:solidFill>
                <a:srgbClr val="FBF1F2"/>
              </a:solidFill>
              <a:latin typeface="Arial"/>
              <a:ea typeface="Arial"/>
              <a:cs typeface="Arial"/>
              <a:sym typeface="Arial"/>
            </a:endParaRPr>
          </a:p>
        </p:txBody>
      </p:sp>
      <p:sp>
        <p:nvSpPr>
          <p:cNvPr id="194" name="Google Shape;194;p33"/>
          <p:cNvSpPr txBox="1"/>
          <p:nvPr/>
        </p:nvSpPr>
        <p:spPr>
          <a:xfrm>
            <a:off x="164549" y="240809"/>
            <a:ext cx="4881600" cy="1831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 sz="3500" u="none" cap="none" strike="noStrike">
                <a:solidFill>
                  <a:srgbClr val="FBF1F2"/>
                </a:solidFill>
                <a:latin typeface="Tenor Sans"/>
                <a:ea typeface="Tenor Sans"/>
                <a:cs typeface="Tenor Sans"/>
                <a:sym typeface="Tenor Sans"/>
              </a:rPr>
              <a:t>Machine Learning Model </a:t>
            </a:r>
            <a:r>
              <a:rPr lang="en" sz="3500">
                <a:solidFill>
                  <a:srgbClr val="FBF1F2"/>
                </a:solidFill>
                <a:latin typeface="Tenor Sans"/>
                <a:ea typeface="Tenor Sans"/>
                <a:cs typeface="Tenor Sans"/>
                <a:sym typeface="Tenor Sans"/>
              </a:rPr>
              <a:t>6</a:t>
            </a:r>
            <a:r>
              <a:rPr b="0" i="0" lang="en" sz="3500" u="none" cap="none" strike="noStrike">
                <a:solidFill>
                  <a:srgbClr val="FBF1F2"/>
                </a:solidFill>
                <a:latin typeface="Tenor Sans"/>
                <a:ea typeface="Tenor Sans"/>
                <a:cs typeface="Tenor Sans"/>
                <a:sym typeface="Tenor Sans"/>
              </a:rPr>
              <a:t>:  Neural Network Models</a:t>
            </a:r>
            <a:endParaRPr sz="700"/>
          </a:p>
        </p:txBody>
      </p:sp>
      <p:pic>
        <p:nvPicPr>
          <p:cNvPr id="195" name="Google Shape;195;p33"/>
          <p:cNvPicPr preferRelativeResize="0"/>
          <p:nvPr/>
        </p:nvPicPr>
        <p:blipFill>
          <a:blip r:embed="rId3">
            <a:alphaModFix/>
          </a:blip>
          <a:stretch>
            <a:fillRect/>
          </a:stretch>
        </p:blipFill>
        <p:spPr>
          <a:xfrm>
            <a:off x="3880500" y="1529700"/>
            <a:ext cx="5131327" cy="2084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3943"/>
        </a:solidFill>
      </p:bgPr>
    </p:bg>
    <p:spTree>
      <p:nvGrpSpPr>
        <p:cNvPr id="199" name="Shape 199"/>
        <p:cNvGrpSpPr/>
        <p:nvPr/>
      </p:nvGrpSpPr>
      <p:grpSpPr>
        <a:xfrm>
          <a:off x="0" y="0"/>
          <a:ext cx="0" cy="0"/>
          <a:chOff x="0" y="0"/>
          <a:chExt cx="0" cy="0"/>
        </a:xfrm>
      </p:grpSpPr>
      <p:sp>
        <p:nvSpPr>
          <p:cNvPr descr="Dynamic Cut-out Shape" id="200" name="Google Shape;200;p34"/>
          <p:cNvSpPr/>
          <p:nvPr/>
        </p:nvSpPr>
        <p:spPr>
          <a:xfrm rot="-2926989">
            <a:off x="-6215684" y="-4487982"/>
            <a:ext cx="13637204" cy="12529489"/>
          </a:xfrm>
          <a:custGeom>
            <a:rect b="b" l="l" r="r" t="t"/>
            <a:pathLst>
              <a:path extrusionOk="0" h="25058977" w="27274407">
                <a:moveTo>
                  <a:pt x="0" y="0"/>
                </a:moveTo>
                <a:lnTo>
                  <a:pt x="27274407" y="0"/>
                </a:lnTo>
                <a:lnTo>
                  <a:pt x="27274407" y="25058977"/>
                </a:lnTo>
                <a:lnTo>
                  <a:pt x="0" y="25058977"/>
                </a:lnTo>
                <a:lnTo>
                  <a:pt x="0" y="0"/>
                </a:lnTo>
                <a:close/>
              </a:path>
            </a:pathLst>
          </a:custGeom>
          <a:blipFill rotWithShape="1">
            <a:blip r:embed="rId3">
              <a:alphaModFix/>
            </a:blip>
            <a:stretch>
              <a:fillRect b="0" l="0" r="0" t="0"/>
            </a:stretch>
          </a:blipFill>
          <a:ln>
            <a:noFill/>
          </a:ln>
        </p:spPr>
      </p:sp>
      <p:sp>
        <p:nvSpPr>
          <p:cNvPr id="201" name="Google Shape;201;p34"/>
          <p:cNvSpPr txBox="1"/>
          <p:nvPr/>
        </p:nvSpPr>
        <p:spPr>
          <a:xfrm>
            <a:off x="385763" y="1492567"/>
            <a:ext cx="8372475" cy="1867218"/>
          </a:xfrm>
          <a:prstGeom prst="rect">
            <a:avLst/>
          </a:prstGeom>
          <a:noFill/>
          <a:ln>
            <a:noFill/>
          </a:ln>
        </p:spPr>
        <p:txBody>
          <a:bodyPr anchorCtr="0" anchor="t" bIns="0" lIns="0" spcFirstLastPara="1" rIns="0" wrap="square" tIns="0">
            <a:spAutoFit/>
          </a:bodyPr>
          <a:lstStyle/>
          <a:p>
            <a:pPr indent="0" lvl="0" marL="0" marR="0" rtl="0" algn="ctr">
              <a:lnSpc>
                <a:spcPct val="140001"/>
              </a:lnSpc>
              <a:spcBef>
                <a:spcPts val="0"/>
              </a:spcBef>
              <a:spcAft>
                <a:spcPts val="0"/>
              </a:spcAft>
              <a:buNone/>
            </a:pPr>
            <a:r>
              <a:rPr b="0" i="0" lang="en" sz="10900" u="none" cap="none" strike="noStrike">
                <a:solidFill>
                  <a:srgbClr val="FBF1F2"/>
                </a:solidFill>
                <a:latin typeface="Tenor Sans"/>
                <a:ea typeface="Tenor Sans"/>
                <a:cs typeface="Tenor Sans"/>
                <a:sym typeface="Tenor Sans"/>
              </a:rPr>
              <a:t>Thank you!</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